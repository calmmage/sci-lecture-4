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bae354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190500"/>
            <a:ext cx="1727299" cy="31239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2900" y="266700"/>
            <a:ext cx="14509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1000" y="1574602"/>
            <a:ext cx="4352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NOCODE AI AGENTS COURSE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1989832"/>
            <a:ext cx="2185988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381000" y="2734568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+ OpenAI Integration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1000" y="3382268"/>
            <a:ext cx="43525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AI-powered workflows with modern LLM APIs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1000" y="4754910"/>
            <a:ext cx="14535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 •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114300"/>
            <a:ext cx="8763000" cy="54858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28600"/>
            <a:ext cx="124373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399282"/>
            <a:ext cx="26426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2107853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API Calls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Image, Video, Audio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276600" y="1399282"/>
            <a:ext cx="26426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276600" y="2107853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Types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Scheduled, Chat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172200" y="1399282"/>
            <a:ext cx="26426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172200" y="2107853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System, Chat, Structured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381000" y="2984153"/>
            <a:ext cx="8382000" cy="9525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3374678"/>
            <a:ext cx="2590800" cy="556171"/>
          </a:xfrm>
          <a:prstGeom prst="rect">
            <a:avLst/>
          </a:prstGeom>
          <a:noFill/>
          <a:ln w="19050">
            <a:solidFill>
              <a:srgbClr val="1D1D1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412778"/>
            <a:ext cx="237058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81000" y="4159448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Gemini, Claude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276600" y="3412778"/>
            <a:ext cx="26426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276600" y="4121348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Calendar, Sheets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172200" y="3412778"/>
            <a:ext cx="264261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72200" y="4121348"/>
            <a:ext cx="264261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Builds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Workflow Components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184103" y="2754660"/>
            <a:ext cx="33472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API Calls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96067" y="3440460"/>
            <a:ext cx="19233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• Image • Video • Audio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Modalities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AI APIs support multiple input/output types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353592"/>
            <a:ext cx="1962150" cy="3365748"/>
          </a:xfrm>
          <a:prstGeom prst="roundRect">
            <a:avLst>
              <a:gd name="adj" fmla="val 388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9550" y="1353592"/>
            <a:ext cx="0" cy="3365748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9100" y="1544092"/>
            <a:ext cx="15739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1894582"/>
            <a:ext cx="15739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Completions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9100" y="2641104"/>
            <a:ext cx="15739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Models: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19100" y="3042940"/>
            <a:ext cx="154305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GPT-5.1 (OpenAI)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4.5 (Anthropic)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 (Google)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57450" y="1353592"/>
            <a:ext cx="1962150" cy="3365748"/>
          </a:xfrm>
          <a:prstGeom prst="roundRect">
            <a:avLst>
              <a:gd name="adj" fmla="val 388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76500" y="1353592"/>
            <a:ext cx="0" cy="3365748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6050" y="1544092"/>
            <a:ext cx="15739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86050" y="1894582"/>
            <a:ext cx="15739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&amp; Vision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86050" y="2641104"/>
            <a:ext cx="15739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Models: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686050" y="3042940"/>
            <a:ext cx="154305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Nano Banana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(image gen)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3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24400" y="1740247"/>
            <a:ext cx="1962150" cy="2592437"/>
          </a:xfrm>
          <a:prstGeom prst="roundRect">
            <a:avLst>
              <a:gd name="adj" fmla="val 388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3450" y="1740247"/>
            <a:ext cx="0" cy="2592437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3000" y="1930747"/>
            <a:ext cx="15739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3000" y="2281238"/>
            <a:ext cx="15739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53000" y="2787848"/>
            <a:ext cx="15739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Models: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953000" y="3189684"/>
            <a:ext cx="154305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Sora (OpenAI)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Veo (Google)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Gen-3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91350" y="1473547"/>
            <a:ext cx="1962150" cy="3125837"/>
          </a:xfrm>
          <a:prstGeom prst="roundRect">
            <a:avLst>
              <a:gd name="adj" fmla="val 3883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010400" y="1473547"/>
            <a:ext cx="0" cy="3125837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19950" y="1664047"/>
            <a:ext cx="15739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19950" y="2014538"/>
            <a:ext cx="15739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Mode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19950" y="2521148"/>
            <a:ext cx="15739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Capabilities: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7219950" y="2922984"/>
            <a:ext cx="154305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 processing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responses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conversation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597923" y="2754660"/>
            <a:ext cx="251965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Types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94242" y="3440460"/>
            <a:ext cx="27268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• Scheduled • Webhooks • Chat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Workflow Triggers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workflows get activated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983135"/>
            <a:ext cx="2076450" cy="2106811"/>
          </a:xfrm>
          <a:prstGeom prst="roundRect">
            <a:avLst>
              <a:gd name="adj" fmla="val 367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173635"/>
            <a:ext cx="17293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569815"/>
            <a:ext cx="17293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run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08846"/>
            <a:ext cx="1695450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workflows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 tasks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mode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19350" y="1983135"/>
            <a:ext cx="2076450" cy="2106811"/>
          </a:xfrm>
          <a:prstGeom prst="roundRect">
            <a:avLst>
              <a:gd name="adj" fmla="val 367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09850" y="2173635"/>
            <a:ext cx="17293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9850" y="2569815"/>
            <a:ext cx="17293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Cron-based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9850" y="2908846"/>
            <a:ext cx="1695450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digests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Hourly syncs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reports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8200" y="1849785"/>
            <a:ext cx="2076450" cy="2373511"/>
          </a:xfrm>
          <a:prstGeom prst="roundRect">
            <a:avLst>
              <a:gd name="adj" fmla="val 367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2040285"/>
            <a:ext cx="17293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38700" y="2436465"/>
            <a:ext cx="17293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events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38700" y="2775496"/>
            <a:ext cx="1695450" cy="1257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messages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bots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commands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77050" y="1983135"/>
            <a:ext cx="2076450" cy="2106811"/>
          </a:xfrm>
          <a:prstGeom prst="roundRect">
            <a:avLst>
              <a:gd name="adj" fmla="val 367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67550" y="2173635"/>
            <a:ext cx="17293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67550" y="2569815"/>
            <a:ext cx="17293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for AI apps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67550" y="2908846"/>
            <a:ext cx="1695450" cy="990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chat UI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widget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Chat Trigger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AI agent applications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218307"/>
            <a:ext cx="4229100" cy="3636466"/>
          </a:xfrm>
          <a:prstGeom prst="roundRect">
            <a:avLst>
              <a:gd name="adj" fmla="val 209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446907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INTEGRATION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9100" y="1785938"/>
            <a:ext cx="3847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Chat Trigger node creates a chat interface that can be hosted by n8n or embedded in your applications.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19100" y="2328863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deployment options: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9100" y="2591693"/>
            <a:ext cx="3771900" cy="6286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Chat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n8n provides the UI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Widget</a:t>
            </a:r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Embed in your 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9100" y="3372743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9100" y="3635573"/>
            <a:ext cx="3771900" cy="990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history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integration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24400" y="1299270"/>
            <a:ext cx="4229100" cy="3474393"/>
          </a:xfrm>
          <a:prstGeom prst="roundRect">
            <a:avLst>
              <a:gd name="adj" fmla="val 2193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0" y="1527870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3000" y="186690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n8n docs: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953000" y="211633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0"/>
              </a:spcAft>
              <a:buNone/>
            </a:pPr>
            <a:r>
              <a:rPr lang="en-US" sz="825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docs.n8n.io/integrations/builtin/core-nodes/n8n-nodes-langchain.chattrigger/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53000" y="2453432"/>
            <a:ext cx="38473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 Steps: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2754362"/>
            <a:ext cx="37719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Chat Trigger node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AI Agent node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LLM provider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hosted chat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widget (optional)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907061" y="2754660"/>
            <a:ext cx="39012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Chat Generation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89991" y="3440460"/>
            <a:ext cx="27353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• Messages • Structured Output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Anatomy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 of every LLM request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683097"/>
            <a:ext cx="2717750" cy="415230"/>
          </a:xfrm>
          <a:prstGeom prst="roundRect">
            <a:avLst>
              <a:gd name="adj" fmla="val 18351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797397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MESSAGE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0500" y="2250728"/>
            <a:ext cx="2717750" cy="213925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2900" y="2403128"/>
            <a:ext cx="24612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AI's persona, rules, and context. Persists across the conversation.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42900" y="2888903"/>
            <a:ext cx="246120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 helpful email summarizer. Be concise. Output in bullet points."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" y="3285083"/>
            <a:ext cx="2412950" cy="952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role/persona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constraints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context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13050" y="1974652"/>
            <a:ext cx="2717750" cy="415230"/>
          </a:xfrm>
          <a:prstGeom prst="roundRect">
            <a:avLst>
              <a:gd name="adj" fmla="val 18351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65450" y="2088952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MESSAGES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13050" y="2542282"/>
            <a:ext cx="2717750" cy="1556147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5450" y="2694682"/>
            <a:ext cx="24612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Alternating user/assistant turns. Build conversation context.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65450" y="3180457"/>
            <a:ext cx="2461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365450" y="3365153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inbox"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5450" y="3601343"/>
            <a:ext cx="24612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ASSISTANT: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65450" y="3786039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are 3 urgent items..."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35601" y="1796653"/>
            <a:ext cx="2717750" cy="415230"/>
          </a:xfrm>
          <a:prstGeom prst="roundRect">
            <a:avLst>
              <a:gd name="adj" fmla="val 18351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88001" y="1910953"/>
            <a:ext cx="24612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5601" y="2364284"/>
            <a:ext cx="2717750" cy="1912144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88001" y="2516684"/>
            <a:ext cx="24612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JSON schema for predictable parsing.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6388001" y="3002459"/>
            <a:ext cx="2412950" cy="885379"/>
          </a:xfrm>
          <a:prstGeom prst="roundRect">
            <a:avLst>
              <a:gd name="adj" fmla="val 4303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64201" y="3078659"/>
            <a:ext cx="2305761" cy="73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"urgent": true,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"summary": "...",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"action": "reply"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388001" y="3964037"/>
            <a:ext cx="24612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Guaranteed valid JSON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508055" y="2754660"/>
            <a:ext cx="26993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384791" y="3440460"/>
            <a:ext cx="294577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• Anthropic • Google • OpenRouter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Providers in n8n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integrations for AI workflows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604218"/>
            <a:ext cx="2819400" cy="1289447"/>
          </a:xfrm>
          <a:prstGeom prst="roundRect">
            <a:avLst>
              <a:gd name="adj" fmla="val 591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756618"/>
            <a:ext cx="25648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" y="2206079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GPT-5.1, GPT-4o, o1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" y="2594670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General purpose, image gen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162300" y="1604218"/>
            <a:ext cx="2819400" cy="1289447"/>
          </a:xfrm>
          <a:prstGeom prst="roundRect">
            <a:avLst>
              <a:gd name="adj" fmla="val 5910"/>
            </a:avLst>
          </a:prstGeom>
          <a:solidFill>
            <a:srgbClr val="FF6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14700" y="1756618"/>
            <a:ext cx="25648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AI Credits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14700" y="2206079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OpenAI access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4700" y="2594670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Getting started, testing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134100" y="1604218"/>
            <a:ext cx="2819400" cy="1289447"/>
          </a:xfrm>
          <a:prstGeom prst="roundRect">
            <a:avLst>
              <a:gd name="adj" fmla="val 5910"/>
            </a:avLst>
          </a:prstGeom>
          <a:solidFill>
            <a:srgbClr val="D4A2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6500" y="1756618"/>
            <a:ext cx="256489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86500" y="2206079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4.5 Opus/Sonnet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86500" y="2594670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Long context, coding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90500" y="3169890"/>
            <a:ext cx="2813000" cy="1289447"/>
          </a:xfrm>
          <a:prstGeom prst="roundRect">
            <a:avLst>
              <a:gd name="adj" fmla="val 5910"/>
            </a:avLst>
          </a:prstGeom>
          <a:solidFill>
            <a:srgbClr val="428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" y="3322290"/>
            <a:ext cx="25583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2900" y="3771751"/>
            <a:ext cx="2558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3, Nano Banana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" y="4160341"/>
            <a:ext cx="2558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Multimodal, image gen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155900" y="3169890"/>
            <a:ext cx="2813000" cy="1289447"/>
          </a:xfrm>
          <a:prstGeom prst="roundRect">
            <a:avLst>
              <a:gd name="adj" fmla="val 5910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8300" y="3322290"/>
            <a:ext cx="25583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08300" y="3771751"/>
            <a:ext cx="2558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models, one API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08300" y="4160341"/>
            <a:ext cx="2558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Model switching, fallbacks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21301" y="3160365"/>
            <a:ext cx="2832050" cy="1308497"/>
          </a:xfrm>
          <a:prstGeom prst="roundRect">
            <a:avLst>
              <a:gd name="adj" fmla="val 5823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83226" y="3322290"/>
            <a:ext cx="25583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83226" y="3771751"/>
            <a:ext cx="25583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Ollama, Groq, Mistral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3226" y="4160341"/>
            <a:ext cx="2558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Self-hosting, speed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5750" y="4781550"/>
            <a:ext cx="1817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use n8n AI Credits + OpenAI in class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15686" y="2754660"/>
            <a:ext cx="24839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57352" y="3440460"/>
            <a:ext cx="28007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• Calendar • Docs • Sheets • Drive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5079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9055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we'll work with in class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0500" y="1673572"/>
            <a:ext cx="1630710" cy="2725936"/>
          </a:xfrm>
          <a:prstGeom prst="roundRect">
            <a:avLst>
              <a:gd name="adj" fmla="val 4673"/>
            </a:avLst>
          </a:prstGeom>
          <a:noFill/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845022"/>
            <a:ext cx="131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Gmail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1950" y="2187922"/>
            <a:ext cx="1313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61950" y="2475458"/>
            <a:ext cx="1287810" cy="1752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today's emails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importance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action items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973610" y="1673572"/>
            <a:ext cx="1630710" cy="2725936"/>
          </a:xfrm>
          <a:prstGeom prst="roundRect">
            <a:avLst>
              <a:gd name="adj" fmla="val 4673"/>
            </a:avLst>
          </a:prstGeom>
          <a:noFill/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45060" y="1845022"/>
            <a:ext cx="131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Calendar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45060" y="2187922"/>
            <a:ext cx="1313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2145060" y="2475458"/>
            <a:ext cx="1287810" cy="1752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schedule summary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events from tasks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free time slots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56720" y="1806922"/>
            <a:ext cx="1630710" cy="2459236"/>
          </a:xfrm>
          <a:prstGeom prst="roundRect">
            <a:avLst>
              <a:gd name="adj" fmla="val 4673"/>
            </a:avLst>
          </a:prstGeom>
          <a:noFill/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8170" y="1978372"/>
            <a:ext cx="131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Docs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28170" y="2321272"/>
            <a:ext cx="1313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928170" y="2608808"/>
            <a:ext cx="128781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daily digest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summaries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539829" y="1806922"/>
            <a:ext cx="1630710" cy="2459236"/>
          </a:xfrm>
          <a:prstGeom prst="roundRect">
            <a:avLst>
              <a:gd name="adj" fmla="val 4673"/>
            </a:avLst>
          </a:prstGeom>
          <a:noFill/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1279" y="1978372"/>
            <a:ext cx="131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Sheets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1279" y="2321272"/>
            <a:ext cx="1313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711279" y="2608808"/>
            <a:ext cx="1287810" cy="14859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structured data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metrics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email summaries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22939" y="1540222"/>
            <a:ext cx="1630710" cy="2992636"/>
          </a:xfrm>
          <a:prstGeom prst="roundRect">
            <a:avLst>
              <a:gd name="adj" fmla="val 4673"/>
            </a:avLst>
          </a:prstGeom>
          <a:noFill/>
          <a:ln w="19050">
            <a:solidFill>
              <a:srgbClr val="C41E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94389" y="1711672"/>
            <a:ext cx="13135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Drive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4389" y="2054572"/>
            <a:ext cx="1313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494389" y="2342108"/>
            <a:ext cx="1287810" cy="2019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generated images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random file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past notes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190500"/>
            <a:ext cx="1414016" cy="24765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247650"/>
            <a:ext cx="1209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8675" y="148977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314048" y="2754660"/>
            <a:ext cx="30874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Builds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53710" y="3440460"/>
            <a:ext cx="28079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Workflow Components • Step by Step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8155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Emails into Summary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8259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246858"/>
            <a:ext cx="41148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Get emails from today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Items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Process each email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Summarize content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Combine all summaries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Format final output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609427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2030313"/>
            <a:ext cx="4114800" cy="1052513"/>
          </a:xfrm>
          <a:prstGeom prst="roundRect">
            <a:avLst>
              <a:gd name="adj" fmla="val 724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163663"/>
            <a:ext cx="392506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email summarizer.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email, provide: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Priority: urgent/important/fyi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One-line summary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Action needed (if any)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3368576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EXAMPLE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3770412"/>
            <a:ext cx="4114800" cy="483691"/>
          </a:xfrm>
          <a:prstGeom prst="roundRect">
            <a:avLst>
              <a:gd name="adj" fmla="val 1575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3770412"/>
            <a:ext cx="0" cy="483691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0" y="3865662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[URGENT] Meeting moved to 2pm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Update calendar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30409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Calendar into Summary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20164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437358"/>
            <a:ext cx="41148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Get today's events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Format event list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Generate schedule summary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Structure output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536055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956941"/>
            <a:ext cx="4114800" cy="1052513"/>
          </a:xfrm>
          <a:prstGeom prst="roundRect">
            <a:avLst>
              <a:gd name="adj" fmla="val 724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090291"/>
            <a:ext cx="392506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daily schedule brief: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Morning/Afternoon structure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Key meetings highlighted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Prep reminders for calls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Note back-to-back meetings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3295204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EXAMPLE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3697039"/>
            <a:ext cx="4114800" cy="630287"/>
          </a:xfrm>
          <a:prstGeom prst="roundRect">
            <a:avLst>
              <a:gd name="adj" fmla="val 1209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3450" y="3697039"/>
            <a:ext cx="0" cy="630287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7750" y="3792289"/>
            <a:ext cx="3963924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Today: 4 meetings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10am-12pm: Back-to-back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Lunch: 12:30-1:30 (free)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30370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Tasks to Calendar Slots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8259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246858"/>
            <a:ext cx="41148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Get important unread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Extract action items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Keep top 3 by priority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Find free slots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events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814959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2235845"/>
            <a:ext cx="4114800" cy="1366838"/>
          </a:xfrm>
          <a:prstGeom prst="roundRect">
            <a:avLst>
              <a:gd name="adj" fmla="val 5575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369195"/>
            <a:ext cx="3925062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"tasks": [{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"title": "Review proposal",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"priority": 1,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"duration_mins": 30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3888432"/>
            <a:ext cx="4197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to 3 tasks to avoid calendar overload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7324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Summaries to Sheets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49453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915418"/>
            <a:ext cx="41148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workflow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Email summaries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Transform to rows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Append rows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Confirm count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3629918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COLUMNS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4031754"/>
            <a:ext cx="4114800" cy="337096"/>
          </a:xfrm>
          <a:prstGeom prst="roundRect">
            <a:avLst>
              <a:gd name="adj" fmla="val 2260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4127004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| Sender | Subject | Summary | Priority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1945035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NODE (JS)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2365921"/>
            <a:ext cx="4114800" cy="1552575"/>
          </a:xfrm>
          <a:prstGeom prst="roundRect">
            <a:avLst>
              <a:gd name="adj" fmla="val 4908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7750" y="2499271"/>
            <a:ext cx="3925062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items.map(item =&gt; ({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json: {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date: new Date().toISOString(),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sender: item.json.from,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subject: item.json.subject,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summary: item.json.summary,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priority: item.json.priority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75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7317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Digest to Google Doc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20164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437358"/>
            <a:ext cx="41148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Combine email + calendar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Generate daily digest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Format as HTML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Docs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Create or append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736378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 FORMAT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2157264"/>
            <a:ext cx="4114800" cy="1524000"/>
          </a:xfrm>
          <a:prstGeom prst="roundRect">
            <a:avLst>
              <a:gd name="adj" fmla="val 5000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290614"/>
            <a:ext cx="392506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Today's Schedule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[Calendar summary]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## Email Highlights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[Priority emails]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## Action Items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[Tasks extracted]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3967014"/>
            <a:ext cx="4197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this workflow every morning at 7am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899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"Image of the Day"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8259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246858"/>
            <a:ext cx="41148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workflow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Daily digest 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Generate image prompt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Gemini/GPT-4o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Generate image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Save to folder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URL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Link for digest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849785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GENERATOR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2270671"/>
            <a:ext cx="4114800" cy="895350"/>
          </a:xfrm>
          <a:prstGeom prst="roundRect">
            <a:avLst>
              <a:gd name="adj" fmla="val 8511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404021"/>
            <a:ext cx="392506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Based on today's schedule,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an inspiring image prompt.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 doodle diagram, minimal,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motivational, professional.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24400" y="3451771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3853607"/>
            <a:ext cx="41970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Nano Banana or GPT-4o for image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948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Approval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215479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HUMAN APPROVAL?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636365"/>
            <a:ext cx="4114800" cy="13525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make mistakes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 actions need review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incrementally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requirements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3293715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04800" y="3695551"/>
            <a:ext cx="4114800" cy="952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email before sending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calendar changes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data modifications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24400" y="1688753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724400" y="2109639"/>
            <a:ext cx="41148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Pause workflow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Slack/Email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Send approval request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Receive response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Branch on decision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3824139"/>
            <a:ext cx="4114800" cy="350490"/>
          </a:xfrm>
          <a:prstGeom prst="roundRect">
            <a:avLst>
              <a:gd name="adj" fmla="val 21741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3919389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timeout! Workflows should expire after 24h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5539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Chat Interface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8259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ARCHITECTURE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246858"/>
            <a:ext cx="41148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Trigger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Entry point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node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Load context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Process message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Execute actions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Return to chat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344216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TRIGGER CONFIG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765102"/>
            <a:ext cx="4114800" cy="1436340"/>
          </a:xfrm>
          <a:prstGeom prst="roundRect">
            <a:avLst>
              <a:gd name="adj" fmla="val 5305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1898452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Hosted Chat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7750" y="2115592"/>
            <a:ext cx="3848100" cy="952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provided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frontend needed</a:t>
            </a:r>
            <a:endParaRPr lang="en-US" sz="1350" dirty="0"/>
          </a:p>
          <a:p>
            <a:pPr algn="l" marL="66675" indent="-6667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handling built-in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348719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COMMANDS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3889028"/>
            <a:ext cx="4114800" cy="630287"/>
          </a:xfrm>
          <a:prstGeom prst="roundRect">
            <a:avLst>
              <a:gd name="adj" fmla="val 12090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9650" y="3984278"/>
            <a:ext cx="400278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emails"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on my calendar?"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"Schedule 30 min for project X"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747266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5290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66416" y="312390"/>
            <a:ext cx="24455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and Logging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509861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MONITOR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1930747"/>
            <a:ext cx="4114800" cy="2422922"/>
          </a:xfrm>
          <a:prstGeom prst="roundRect">
            <a:avLst>
              <a:gd name="adj" fmla="val 3145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064097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Metrics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313533"/>
            <a:ext cx="3848100" cy="952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Success/failure rate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processed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8150" y="3361283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Metrics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610719"/>
            <a:ext cx="3848100" cy="609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used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run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4400" y="1644997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724400" y="2065883"/>
            <a:ext cx="411480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Execution Log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 Log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alerts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24400" y="3761333"/>
            <a:ext cx="4114800" cy="457200"/>
          </a:xfrm>
          <a:prstGeom prst="roundRect">
            <a:avLst>
              <a:gd name="adj" fmla="val 16667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650" y="3856583"/>
            <a:ext cx="4002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$json.usage.total_tokens</a:t>
            </a:r>
            <a:endParaRPr lang="en-US" sz="75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cost: tokens * 0.00001 // GPT-4o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529530"/>
          </a:xfrm>
          <a:prstGeom prst="rect">
            <a:avLst/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821382" cy="26283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323850"/>
            <a:ext cx="6046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10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40532" y="312390"/>
            <a:ext cx="226082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News Search Agent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04800" y="1825972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WORKFLOW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246858"/>
            <a:ext cx="4114800" cy="1790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Trigger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Daily at 8am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Web search tool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Quality control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Summarize and rank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Links + summaries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995636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 RULES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2416522"/>
            <a:ext cx="4114800" cy="592336"/>
          </a:xfrm>
          <a:prstGeom prst="roundRect">
            <a:avLst>
              <a:gd name="adj" fmla="val 12864"/>
            </a:avLst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2530822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38700" y="274796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openai.com, anthropic.com, blog.google, arxiv.org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724400" y="3275558"/>
            <a:ext cx="4114800" cy="592336"/>
          </a:xfrm>
          <a:prstGeom prst="roundRect">
            <a:avLst>
              <a:gd name="adj" fmla="val 12864"/>
            </a:avLst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338985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38700" y="360699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Medium, Substack, news aggregators, social media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AI Agent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59055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intelligent workflows with tools, memory, and structured outputs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0500" y="1829842"/>
            <a:ext cx="1962150" cy="2413397"/>
          </a:xfrm>
          <a:prstGeom prst="roundRect">
            <a:avLst>
              <a:gd name="adj" fmla="val 3883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0500" y="1848892"/>
            <a:ext cx="196215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000" y="2058442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2412653"/>
            <a:ext cx="16127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the agent can take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700189"/>
            <a:ext cx="1581150" cy="1352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execution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queries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57450" y="1829842"/>
            <a:ext cx="1962150" cy="2413397"/>
          </a:xfrm>
          <a:prstGeom prst="roundRect">
            <a:avLst>
              <a:gd name="adj" fmla="val 3883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457450" y="1848892"/>
            <a:ext cx="196215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7950" y="2058442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47950" y="2412653"/>
            <a:ext cx="16127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context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647950" y="2700189"/>
            <a:ext cx="1581150" cy="1352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memory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memory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memory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24400" y="1829842"/>
            <a:ext cx="1962150" cy="2413397"/>
          </a:xfrm>
          <a:prstGeom prst="roundRect">
            <a:avLst>
              <a:gd name="adj" fmla="val 3883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24400" y="1848892"/>
            <a:ext cx="196215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4900" y="2058442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14900" y="2412653"/>
            <a:ext cx="16127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options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914900" y="2700189"/>
            <a:ext cx="1581150" cy="1352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chat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widget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Slack/Discord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91350" y="1829842"/>
            <a:ext cx="1962150" cy="2413397"/>
          </a:xfrm>
          <a:prstGeom prst="roundRect">
            <a:avLst>
              <a:gd name="adj" fmla="val 3883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91350" y="1848892"/>
            <a:ext cx="1962150" cy="0"/>
          </a:xfrm>
          <a:prstGeom prst="line">
            <a:avLst/>
          </a:prstGeom>
          <a:noFill/>
          <a:ln w="381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1850" y="2058442"/>
            <a:ext cx="161277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Output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81850" y="2412653"/>
            <a:ext cx="16127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parsing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181850" y="2700189"/>
            <a:ext cx="1581150" cy="135255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validation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52400"/>
            <a:ext cx="8686800" cy="4953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285750"/>
            <a:ext cx="20384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Assignment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4800" y="1535609"/>
            <a:ext cx="41970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Daily Digest Workflow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042220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all components into one complete workflow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04800" y="2501205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4800" y="2903041"/>
            <a:ext cx="4114800" cy="13525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summary with priorities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overview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image of the day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 Google Doc + Sheets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484114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24400" y="1885950"/>
            <a:ext cx="4114800" cy="781050"/>
          </a:xfrm>
          <a:prstGeom prst="roundRect">
            <a:avLst>
              <a:gd name="adj" fmla="val 9756"/>
            </a:avLst>
          </a:prstGeom>
          <a:solidFill>
            <a:srgbClr val="1D1D1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2019300"/>
            <a:ext cx="392506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n8n Export workflow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2. Save as: firstname_digest.json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3. Upload to submission portal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4400" y="2952750"/>
            <a:ext cx="41970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POINTS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724400" y="3354586"/>
            <a:ext cx="4114800" cy="952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approval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interface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tracking/logging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85750"/>
            <a:ext cx="1727299" cy="312390"/>
          </a:xfrm>
          <a:prstGeom prst="rect">
            <a:avLst/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3925" y="361950"/>
            <a:ext cx="14509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CYBER INSTITUTE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89402" y="1164134"/>
            <a:ext cx="2565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49670" y="1926134"/>
            <a:ext cx="244451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2400"/>
              </a:spcAft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and build together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86942" y="2623245"/>
            <a:ext cx="6170116" cy="1356122"/>
          </a:xfrm>
          <a:prstGeom prst="roundRect">
            <a:avLst>
              <a:gd name="adj" fmla="val 5619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891585" y="2851845"/>
            <a:ext cx="53608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91585" y="3114675"/>
            <a:ext cx="53608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Docs: docs.n8n.io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91585" y="3339405"/>
            <a:ext cx="53608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API: platform.openai.com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91585" y="3564136"/>
            <a:ext cx="53608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Trigger: docs.n8n.io/integrations/builtin/core-nodes/n8n-nodes-langchain.chattrigger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9456" y="475491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Nocode AI Agents - Swiss Cyber Institute - 2025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APIs - Nocode AI Agents Course</dc:title>
  <dc:subject>n8n + OpenAI Integration</dc:subject>
  <dc:creator>Swiss Cyber Institute</dc:creator>
  <cp:lastModifiedBy>Swiss Cyber Institute</cp:lastModifiedBy>
  <cp:revision>1</cp:revision>
  <dcterms:created xsi:type="dcterms:W3CDTF">2025-12-14T01:24:03Z</dcterms:created>
  <dcterms:modified xsi:type="dcterms:W3CDTF">2025-12-14T01:24:03Z</dcterms:modified>
</cp:coreProperties>
</file>