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  <p:sldMasterId id="2147483704" r:id="rId6"/>
    <p:sldMasterId id="214748370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</p:sldIdLst>
  <p:sldSz cy="5143500" cx="9144000"/>
  <p:notesSz cx="6858000" cy="9144000"/>
  <p:embeddedFontLst>
    <p:embeddedFont>
      <p:font typeface="League Spartan"/>
      <p:regular r:id="rId14"/>
      <p:bold r:id="rId15"/>
    </p:embeddedFont>
    <p:embeddedFont>
      <p:font typeface="Open Sans SemiBold"/>
      <p:regular r:id="rId16"/>
      <p:bold r:id="rId17"/>
      <p:italic r:id="rId18"/>
      <p:boldItalic r:id="rId19"/>
    </p:embeddedFont>
    <p:embeddedFont>
      <p:font typeface="Open Sans ExtraBold"/>
      <p:bold r:id="rId20"/>
      <p:boldItalic r:id="rId21"/>
    </p:embeddedFont>
    <p:embeddedFont>
      <p:font typeface="Open Sans Light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ExtraBold-bold.fntdata"/><Relationship Id="rId22" Type="http://schemas.openxmlformats.org/officeDocument/2006/relationships/font" Target="fonts/OpenSansLight-regular.fntdata"/><Relationship Id="rId21" Type="http://schemas.openxmlformats.org/officeDocument/2006/relationships/font" Target="fonts/OpenSansExtraBold-boldItalic.fntdata"/><Relationship Id="rId24" Type="http://schemas.openxmlformats.org/officeDocument/2006/relationships/font" Target="fonts/OpenSansLight-italic.fntdata"/><Relationship Id="rId23" Type="http://schemas.openxmlformats.org/officeDocument/2006/relationships/font" Target="fonts/OpenSansLight-bold.fntdata"/><Relationship Id="rId1" Type="http://schemas.openxmlformats.org/officeDocument/2006/relationships/theme" Target="theme/theme5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font" Target="fonts/OpenSans-regular.fntdata"/><Relationship Id="rId25" Type="http://schemas.openxmlformats.org/officeDocument/2006/relationships/font" Target="fonts/OpenSansLight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OpenSans-boldItalic.fntdata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font" Target="fonts/LeagueSpartan-bold.fntdata"/><Relationship Id="rId14" Type="http://schemas.openxmlformats.org/officeDocument/2006/relationships/font" Target="fonts/LeagueSpartan-regular.fntdata"/><Relationship Id="rId17" Type="http://schemas.openxmlformats.org/officeDocument/2006/relationships/font" Target="fonts/OpenSansSemiBold-bold.fntdata"/><Relationship Id="rId16" Type="http://schemas.openxmlformats.org/officeDocument/2006/relationships/font" Target="fonts/OpenSansSemiBold-regular.fntdata"/><Relationship Id="rId19" Type="http://schemas.openxmlformats.org/officeDocument/2006/relationships/font" Target="fonts/OpenSansSemiBold-boldItalic.fntdata"/><Relationship Id="rId18" Type="http://schemas.openxmlformats.org/officeDocument/2006/relationships/font" Target="fonts/OpenSans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b0ce31bb5e_2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3b0ce31bb5e_2_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 proposal for a cover presentation.</a:t>
            </a:r>
            <a:endParaRPr/>
          </a:p>
        </p:txBody>
      </p:sp>
      <p:sp>
        <p:nvSpPr>
          <p:cNvPr id="466" name="Google Shape;466;g3b0ce31bb5e_2_1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0ce31bb5e_2_3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3b0ce31bb5e_2_3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an Index template. You can remove or add sections / chapters according your presentation needs.</a:t>
            </a:r>
            <a:endParaRPr/>
          </a:p>
        </p:txBody>
      </p:sp>
      <p:sp>
        <p:nvSpPr>
          <p:cNvPr id="475" name="Google Shape;475;g3b0ce31bb5e_2_3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0ce31bb5e_2_3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g3b0ce31bb5e_2_3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 chapter cover template. In case you need chapter headings or separators for the presentation content.</a:t>
            </a:r>
            <a:endParaRPr/>
          </a:p>
        </p:txBody>
      </p:sp>
      <p:sp>
        <p:nvSpPr>
          <p:cNvPr id="495" name="Google Shape;495;g3b0ce31bb5e_2_3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b0ce31bb5e_2_3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g3b0ce31bb5e_2_3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Template for text + picture.</a:t>
            </a:r>
            <a:br>
              <a:rPr lang="en-GB"/>
            </a:br>
            <a:r>
              <a:rPr lang="en-GB"/>
              <a:t>All content can be modified as required</a:t>
            </a:r>
            <a:endParaRPr/>
          </a:p>
        </p:txBody>
      </p:sp>
      <p:sp>
        <p:nvSpPr>
          <p:cNvPr id="502" name="Google Shape;502;g3b0ce31bb5e_2_3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b0ce31bb5e_2_4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g3b0ce31bb5e_2_4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Template for content in two columns.</a:t>
            </a:r>
            <a:endParaRPr/>
          </a:p>
        </p:txBody>
      </p:sp>
      <p:sp>
        <p:nvSpPr>
          <p:cNvPr id="512" name="Google Shape;512;g3b0ce31bb5e_2_4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roposal">
  <p:cSld name="Cover proposal">
    <p:bg>
      <p:bgPr>
        <a:gradFill>
          <a:gsLst>
            <a:gs pos="0">
              <a:srgbClr val="3F3F3F"/>
            </a:gs>
            <a:gs pos="74000">
              <a:schemeClr val="dk1"/>
            </a:gs>
            <a:gs pos="100000">
              <a:schemeClr val="dk1"/>
            </a:gs>
          </a:gsLst>
          <a:lin ang="13500032" scaled="0"/>
        </a:gra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7137044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11501" y="4711847"/>
            <a:ext cx="403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30303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30303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30303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30303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30303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30303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30303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30303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3030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A red square with white text&#10;&#10;Description automatically generated" id="54" name="Google Shape;54;p14"/>
          <p:cNvPicPr preferRelativeResize="0"/>
          <p:nvPr/>
        </p:nvPicPr>
        <p:blipFill rotWithShape="1">
          <a:blip r:embed="rId2">
            <a:alphaModFix/>
          </a:blip>
          <a:srcRect b="0" l="80722" r="-301" t="0"/>
          <a:stretch/>
        </p:blipFill>
        <p:spPr>
          <a:xfrm rot="10800000">
            <a:off x="4645599" y="0"/>
            <a:ext cx="4498401" cy="3339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13412" l="90204" r="-4234" t="0"/>
          <a:stretch/>
        </p:blipFill>
        <p:spPr>
          <a:xfrm rot="10800000">
            <a:off x="3214670" y="689779"/>
            <a:ext cx="5929330" cy="4453721"/>
          </a:xfrm>
          <a:prstGeom prst="rect">
            <a:avLst/>
          </a:prstGeom>
          <a:noFill/>
          <a:ln>
            <a:noFill/>
          </a:ln>
          <a:effectLst>
            <a:outerShdw blurRad="304800" rotWithShape="0" algn="r" dir="10800000" dist="114300">
              <a:srgbClr val="000000">
                <a:alpha val="40000"/>
              </a:srgbClr>
            </a:outerShdw>
          </a:effectLst>
        </p:spPr>
      </p:pic>
      <p:sp>
        <p:nvSpPr>
          <p:cNvPr id="56" name="Google Shape;56;p14"/>
          <p:cNvSpPr txBox="1"/>
          <p:nvPr>
            <p:ph type="title"/>
          </p:nvPr>
        </p:nvSpPr>
        <p:spPr>
          <a:xfrm>
            <a:off x="628650" y="1774224"/>
            <a:ext cx="3943200" cy="12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eague Spartan"/>
              <a:buNone/>
              <a:defRPr b="0" i="0" sz="27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628649" y="3325010"/>
            <a:ext cx="459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62225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F62225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•"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body"/>
          </p:nvPr>
        </p:nvSpPr>
        <p:spPr>
          <a:xfrm>
            <a:off x="628650" y="4478784"/>
            <a:ext cx="2443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•"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Texto&#10;&#10;Descripción generada automáticamente" id="59" name="Google Shape;5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288" y="498395"/>
            <a:ext cx="2485868" cy="7336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60;p14"/>
          <p:cNvGrpSpPr/>
          <p:nvPr/>
        </p:nvGrpSpPr>
        <p:grpSpPr>
          <a:xfrm>
            <a:off x="7770302" y="4427221"/>
            <a:ext cx="885825" cy="352350"/>
            <a:chOff x="10360402" y="5902961"/>
            <a:chExt cx="1181100" cy="469800"/>
          </a:xfrm>
        </p:grpSpPr>
        <p:sp>
          <p:nvSpPr>
            <p:cNvPr id="61" name="Google Shape;61;p14"/>
            <p:cNvSpPr/>
            <p:nvPr/>
          </p:nvSpPr>
          <p:spPr>
            <a:xfrm>
              <a:off x="10360402" y="5902961"/>
              <a:ext cx="1181100" cy="469800"/>
            </a:xfrm>
            <a:prstGeom prst="roundRect">
              <a:avLst>
                <a:gd fmla="val 50000" name="adj"/>
              </a:avLst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2" name="Google Shape;62;p14"/>
            <p:cNvCxnSpPr/>
            <p:nvPr/>
          </p:nvCxnSpPr>
          <p:spPr>
            <a:xfrm>
              <a:off x="10664962" y="6137911"/>
              <a:ext cx="5721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63" name="Google Shape;63;p14"/>
          <p:cNvSpPr txBox="1"/>
          <p:nvPr>
            <p:ph idx="3" type="body"/>
          </p:nvPr>
        </p:nvSpPr>
        <p:spPr>
          <a:xfrm>
            <a:off x="6302086" y="615898"/>
            <a:ext cx="2443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•"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>
  <p:cSld name="Dos objeto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4607" y="349721"/>
            <a:ext cx="264043" cy="452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5"/>
          <p:cNvCxnSpPr/>
          <p:nvPr/>
        </p:nvCxnSpPr>
        <p:spPr>
          <a:xfrm>
            <a:off x="715297" y="575880"/>
            <a:ext cx="796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 Light"/>
              <a:buChar char="•"/>
              <a:defRPr b="0" i="1" sz="2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5"/>
          <p:cNvSpPr/>
          <p:nvPr>
            <p:ph idx="2" type="pic"/>
          </p:nvPr>
        </p:nvSpPr>
        <p:spPr>
          <a:xfrm>
            <a:off x="715297" y="2183063"/>
            <a:ext cx="903900" cy="903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9" name="Google Shape;69;p15"/>
          <p:cNvSpPr/>
          <p:nvPr>
            <p:ph idx="3" type="pic"/>
          </p:nvPr>
        </p:nvSpPr>
        <p:spPr>
          <a:xfrm>
            <a:off x="2282102" y="2183063"/>
            <a:ext cx="903900" cy="903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0" name="Google Shape;70;p15"/>
          <p:cNvSpPr/>
          <p:nvPr>
            <p:ph idx="4" type="pic"/>
          </p:nvPr>
        </p:nvSpPr>
        <p:spPr>
          <a:xfrm>
            <a:off x="3906104" y="2183063"/>
            <a:ext cx="903900" cy="903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" name="Google Shape;71;p15"/>
          <p:cNvSpPr txBox="1"/>
          <p:nvPr>
            <p:ph idx="5" type="body"/>
          </p:nvPr>
        </p:nvSpPr>
        <p:spPr>
          <a:xfrm>
            <a:off x="457876" y="3239009"/>
            <a:ext cx="1418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6" type="body"/>
          </p:nvPr>
        </p:nvSpPr>
        <p:spPr>
          <a:xfrm>
            <a:off x="2020898" y="3239009"/>
            <a:ext cx="1418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7" type="body"/>
          </p:nvPr>
        </p:nvSpPr>
        <p:spPr>
          <a:xfrm>
            <a:off x="3648683" y="3239009"/>
            <a:ext cx="1418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8" type="body"/>
          </p:nvPr>
        </p:nvSpPr>
        <p:spPr>
          <a:xfrm>
            <a:off x="5463183" y="1846661"/>
            <a:ext cx="24423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•"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9" type="body"/>
          </p:nvPr>
        </p:nvSpPr>
        <p:spPr>
          <a:xfrm>
            <a:off x="5463183" y="2519991"/>
            <a:ext cx="2442300" cy="14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•"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os objetos">
  <p:cSld name="1_Dos objeto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4607" y="349721"/>
            <a:ext cx="264043" cy="452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Google Shape;78;p16"/>
          <p:cNvCxnSpPr/>
          <p:nvPr/>
        </p:nvCxnSpPr>
        <p:spPr>
          <a:xfrm>
            <a:off x="715297" y="575880"/>
            <a:ext cx="796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 Light"/>
              <a:buChar char="•"/>
              <a:defRPr b="0" i="1" sz="2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6"/>
          <p:cNvSpPr/>
          <p:nvPr>
            <p:ph idx="2" type="pic"/>
          </p:nvPr>
        </p:nvSpPr>
        <p:spPr>
          <a:xfrm>
            <a:off x="978141" y="1591040"/>
            <a:ext cx="726300" cy="72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1" name="Google Shape;81;p16"/>
          <p:cNvSpPr/>
          <p:nvPr>
            <p:ph idx="3" type="pic"/>
          </p:nvPr>
        </p:nvSpPr>
        <p:spPr>
          <a:xfrm>
            <a:off x="2544947" y="1591040"/>
            <a:ext cx="726300" cy="72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" name="Google Shape;82;p16"/>
          <p:cNvSpPr/>
          <p:nvPr>
            <p:ph idx="4" type="pic"/>
          </p:nvPr>
        </p:nvSpPr>
        <p:spPr>
          <a:xfrm>
            <a:off x="4168949" y="1591040"/>
            <a:ext cx="726300" cy="72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3" name="Google Shape;83;p16"/>
          <p:cNvSpPr txBox="1"/>
          <p:nvPr>
            <p:ph idx="5" type="body"/>
          </p:nvPr>
        </p:nvSpPr>
        <p:spPr>
          <a:xfrm>
            <a:off x="715297" y="2403837"/>
            <a:ext cx="12756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6" type="body"/>
          </p:nvPr>
        </p:nvSpPr>
        <p:spPr>
          <a:xfrm>
            <a:off x="2303651" y="2403837"/>
            <a:ext cx="12756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7" type="body"/>
          </p:nvPr>
        </p:nvSpPr>
        <p:spPr>
          <a:xfrm>
            <a:off x="3892867" y="2403837"/>
            <a:ext cx="12756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8" type="body"/>
          </p:nvPr>
        </p:nvSpPr>
        <p:spPr>
          <a:xfrm>
            <a:off x="5726027" y="1728200"/>
            <a:ext cx="24423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•"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9" type="body"/>
          </p:nvPr>
        </p:nvSpPr>
        <p:spPr>
          <a:xfrm>
            <a:off x="5726027" y="2401531"/>
            <a:ext cx="2442300" cy="14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•"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6"/>
          <p:cNvSpPr/>
          <p:nvPr>
            <p:ph idx="13" type="pic"/>
          </p:nvPr>
        </p:nvSpPr>
        <p:spPr>
          <a:xfrm>
            <a:off x="978141" y="3162270"/>
            <a:ext cx="726300" cy="72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9" name="Google Shape;89;p16"/>
          <p:cNvSpPr/>
          <p:nvPr>
            <p:ph idx="14" type="pic"/>
          </p:nvPr>
        </p:nvSpPr>
        <p:spPr>
          <a:xfrm>
            <a:off x="2544947" y="3162270"/>
            <a:ext cx="726300" cy="72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0" name="Google Shape;90;p16"/>
          <p:cNvSpPr/>
          <p:nvPr>
            <p:ph idx="15" type="pic"/>
          </p:nvPr>
        </p:nvSpPr>
        <p:spPr>
          <a:xfrm>
            <a:off x="4168949" y="3162270"/>
            <a:ext cx="726300" cy="72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1" name="Google Shape;91;p16"/>
          <p:cNvSpPr txBox="1"/>
          <p:nvPr>
            <p:ph idx="16" type="body"/>
          </p:nvPr>
        </p:nvSpPr>
        <p:spPr>
          <a:xfrm>
            <a:off x="715297" y="3981301"/>
            <a:ext cx="12756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17" type="body"/>
          </p:nvPr>
        </p:nvSpPr>
        <p:spPr>
          <a:xfrm>
            <a:off x="2303651" y="3981301"/>
            <a:ext cx="12756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6"/>
          <p:cNvSpPr txBox="1"/>
          <p:nvPr>
            <p:ph idx="18" type="body"/>
          </p:nvPr>
        </p:nvSpPr>
        <p:spPr>
          <a:xfrm>
            <a:off x="3892867" y="3981301"/>
            <a:ext cx="12756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hangeable pic_black">
  <p:cSld name="1_Changeable pic_blac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662583" y="1846660"/>
            <a:ext cx="3576600" cy="24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•"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17"/>
          <p:cNvSpPr txBox="1"/>
          <p:nvPr>
            <p:ph idx="2" type="body"/>
          </p:nvPr>
        </p:nvSpPr>
        <p:spPr>
          <a:xfrm>
            <a:off x="4921026" y="1846660"/>
            <a:ext cx="3413400" cy="24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•"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97" name="Google Shape;9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4607" y="349721"/>
            <a:ext cx="264043" cy="452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17"/>
          <p:cNvCxnSpPr/>
          <p:nvPr/>
        </p:nvCxnSpPr>
        <p:spPr>
          <a:xfrm>
            <a:off x="715297" y="575880"/>
            <a:ext cx="796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17"/>
          <p:cNvSpPr txBox="1"/>
          <p:nvPr>
            <p:ph idx="3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 Light"/>
              <a:buChar char="•"/>
              <a:defRPr b="0" i="1" sz="2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ítulo y texto vertical">
  <p:cSld name="3_Título y texto vertical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>
            <p:ph idx="2" type="pic"/>
          </p:nvPr>
        </p:nvSpPr>
        <p:spPr>
          <a:xfrm>
            <a:off x="715297" y="938213"/>
            <a:ext cx="6929400" cy="23955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707924" y="3429745"/>
            <a:ext cx="38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–"/>
              <a:defRPr b="0" i="0" sz="1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•"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8"/>
          <p:cNvSpPr txBox="1"/>
          <p:nvPr>
            <p:ph idx="3" type="body"/>
          </p:nvPr>
        </p:nvSpPr>
        <p:spPr>
          <a:xfrm>
            <a:off x="707924" y="3758357"/>
            <a:ext cx="38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–"/>
              <a:defRPr b="0" i="0" sz="1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•"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4607" y="349721"/>
            <a:ext cx="264043" cy="452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18"/>
          <p:cNvCxnSpPr/>
          <p:nvPr/>
        </p:nvCxnSpPr>
        <p:spPr>
          <a:xfrm>
            <a:off x="715297" y="575880"/>
            <a:ext cx="796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proposal">
  <p:cSld name="1_Cover proposal">
    <p:bg>
      <p:bgPr>
        <a:gradFill>
          <a:gsLst>
            <a:gs pos="0">
              <a:srgbClr val="3F3F3F"/>
            </a:gs>
            <a:gs pos="74000">
              <a:schemeClr val="dk1"/>
            </a:gs>
            <a:gs pos="100000">
              <a:schemeClr val="dk1"/>
            </a:gs>
          </a:gsLst>
          <a:lin ang="13500032" scaled="0"/>
        </a:gra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red square with white text&#10;&#10;Description automatically generated" id="107" name="Google Shape;107;p19"/>
          <p:cNvPicPr preferRelativeResize="0"/>
          <p:nvPr/>
        </p:nvPicPr>
        <p:blipFill rotWithShape="1">
          <a:blip r:embed="rId2">
            <a:alphaModFix/>
          </a:blip>
          <a:srcRect b="0" l="80716" r="-295" t="0"/>
          <a:stretch/>
        </p:blipFill>
        <p:spPr>
          <a:xfrm rot="10800000">
            <a:off x="4645602" y="0"/>
            <a:ext cx="4498398" cy="3339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 rotWithShape="1">
          <a:blip r:embed="rId3">
            <a:alphaModFix/>
          </a:blip>
          <a:srcRect b="13412" l="90204" r="-4234" t="0"/>
          <a:stretch/>
        </p:blipFill>
        <p:spPr>
          <a:xfrm rot="10800000">
            <a:off x="3214670" y="689779"/>
            <a:ext cx="5929330" cy="4453721"/>
          </a:xfrm>
          <a:prstGeom prst="rect">
            <a:avLst/>
          </a:prstGeom>
          <a:noFill/>
          <a:ln>
            <a:noFill/>
          </a:ln>
          <a:effectLst>
            <a:outerShdw blurRad="304800" rotWithShape="0" algn="r" dir="10800000" dist="114300">
              <a:srgbClr val="000000">
                <a:alpha val="40000"/>
              </a:srgbClr>
            </a:outerShdw>
          </a:effectLst>
        </p:spPr>
      </p:pic>
      <p:pic>
        <p:nvPicPr>
          <p:cNvPr descr="Texto&#10;&#10;Descripción generada automáticamente" id="109" name="Google Shape;10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288" y="498395"/>
            <a:ext cx="2485868" cy="73360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>
            <p:ph type="title"/>
          </p:nvPr>
        </p:nvSpPr>
        <p:spPr>
          <a:xfrm>
            <a:off x="628650" y="1774224"/>
            <a:ext cx="3943200" cy="1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ague Spartan"/>
              <a:buNone/>
              <a:defRPr b="0" i="0" sz="24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628650" y="3096866"/>
            <a:ext cx="2907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6222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2225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•"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19"/>
          <p:cNvSpPr/>
          <p:nvPr>
            <p:ph idx="2" type="pic"/>
          </p:nvPr>
        </p:nvSpPr>
        <p:spPr>
          <a:xfrm>
            <a:off x="628650" y="3855248"/>
            <a:ext cx="903900" cy="903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3" name="Google Shape;113;p19"/>
          <p:cNvSpPr txBox="1"/>
          <p:nvPr>
            <p:ph idx="3" type="body"/>
          </p:nvPr>
        </p:nvSpPr>
        <p:spPr>
          <a:xfrm>
            <a:off x="6372075" y="4182518"/>
            <a:ext cx="2443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•"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19"/>
          <p:cNvSpPr txBox="1"/>
          <p:nvPr>
            <p:ph idx="4" type="body"/>
          </p:nvPr>
        </p:nvSpPr>
        <p:spPr>
          <a:xfrm>
            <a:off x="1742925" y="4182518"/>
            <a:ext cx="2443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•"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15" name="Google Shape;115;p19"/>
          <p:cNvGrpSpPr/>
          <p:nvPr/>
        </p:nvGrpSpPr>
        <p:grpSpPr>
          <a:xfrm>
            <a:off x="7770302" y="337355"/>
            <a:ext cx="885825" cy="352350"/>
            <a:chOff x="10360402" y="5902961"/>
            <a:chExt cx="1181100" cy="469800"/>
          </a:xfrm>
        </p:grpSpPr>
        <p:sp>
          <p:nvSpPr>
            <p:cNvPr id="116" name="Google Shape;116;p19"/>
            <p:cNvSpPr/>
            <p:nvPr/>
          </p:nvSpPr>
          <p:spPr>
            <a:xfrm>
              <a:off x="10360402" y="5902961"/>
              <a:ext cx="1181100" cy="469800"/>
            </a:xfrm>
            <a:prstGeom prst="roundRect">
              <a:avLst>
                <a:gd fmla="val 50000" name="adj"/>
              </a:avLst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" name="Google Shape;117;p19"/>
            <p:cNvCxnSpPr/>
            <p:nvPr/>
          </p:nvCxnSpPr>
          <p:spPr>
            <a:xfrm>
              <a:off x="10664962" y="6137911"/>
              <a:ext cx="5721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4607" y="349721"/>
            <a:ext cx="264043" cy="452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20"/>
          <p:cNvCxnSpPr/>
          <p:nvPr/>
        </p:nvCxnSpPr>
        <p:spPr>
          <a:xfrm>
            <a:off x="715297" y="575880"/>
            <a:ext cx="796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 Light"/>
              <a:buChar char="•"/>
              <a:defRPr b="0" i="1" sz="2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4607" y="349721"/>
            <a:ext cx="264043" cy="452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21"/>
          <p:cNvCxnSpPr/>
          <p:nvPr/>
        </p:nvCxnSpPr>
        <p:spPr>
          <a:xfrm>
            <a:off x="715297" y="575880"/>
            <a:ext cx="796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 Light"/>
              <a:buChar char="•"/>
              <a:defRPr b="0" i="1" sz="2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idx="2" type="body"/>
          </p:nvPr>
        </p:nvSpPr>
        <p:spPr>
          <a:xfrm>
            <a:off x="662583" y="2466975"/>
            <a:ext cx="31998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None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" name="Google Shape;127;p21"/>
          <p:cNvSpPr/>
          <p:nvPr>
            <p:ph idx="3" type="pic"/>
          </p:nvPr>
        </p:nvSpPr>
        <p:spPr>
          <a:xfrm>
            <a:off x="4104400" y="1919288"/>
            <a:ext cx="4513500" cy="2303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hangeable pic_black">
  <p:cSld name="4_Changeable pic_blac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/>
          <p:nvPr>
            <p:ph idx="2" type="media"/>
          </p:nvPr>
        </p:nvSpPr>
        <p:spPr>
          <a:xfrm>
            <a:off x="4100513" y="1919288"/>
            <a:ext cx="4533900" cy="23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•"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 Light"/>
              <a:buChar char="•"/>
              <a:defRPr b="0" i="1" sz="2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3" type="body"/>
          </p:nvPr>
        </p:nvSpPr>
        <p:spPr>
          <a:xfrm>
            <a:off x="662583" y="2466975"/>
            <a:ext cx="31998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None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2" name="Google Shape;13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4607" y="349721"/>
            <a:ext cx="264043" cy="452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22"/>
          <p:cNvCxnSpPr/>
          <p:nvPr/>
        </p:nvCxnSpPr>
        <p:spPr>
          <a:xfrm>
            <a:off x="715297" y="575880"/>
            <a:ext cx="796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ngeable pic_black">
  <p:cSld name="Changeable pic_blac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4607" y="349721"/>
            <a:ext cx="264043" cy="452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23"/>
          <p:cNvCxnSpPr/>
          <p:nvPr/>
        </p:nvCxnSpPr>
        <p:spPr>
          <a:xfrm>
            <a:off x="715297" y="575880"/>
            <a:ext cx="796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662583" y="1865711"/>
            <a:ext cx="38052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None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23"/>
          <p:cNvSpPr/>
          <p:nvPr>
            <p:ph idx="2" type="pic"/>
          </p:nvPr>
        </p:nvSpPr>
        <p:spPr>
          <a:xfrm>
            <a:off x="5042662" y="1873123"/>
            <a:ext cx="3640800" cy="22122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3"/>
          <p:cNvSpPr txBox="1"/>
          <p:nvPr>
            <p:ph idx="3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 Light"/>
              <a:buChar char="•"/>
              <a:defRPr b="0" i="1" sz="2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hangeable pic_black">
  <p:cSld name="2_Changeable pic_blac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4607" y="349721"/>
            <a:ext cx="264043" cy="452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24"/>
          <p:cNvCxnSpPr/>
          <p:nvPr/>
        </p:nvCxnSpPr>
        <p:spPr>
          <a:xfrm>
            <a:off x="715297" y="575880"/>
            <a:ext cx="796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 Light"/>
              <a:buChar char="•"/>
              <a:defRPr b="0" i="1" sz="2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24"/>
          <p:cNvSpPr txBox="1"/>
          <p:nvPr>
            <p:ph idx="2" type="body"/>
          </p:nvPr>
        </p:nvSpPr>
        <p:spPr>
          <a:xfrm>
            <a:off x="662583" y="1846660"/>
            <a:ext cx="2305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•"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24"/>
          <p:cNvSpPr txBox="1"/>
          <p:nvPr>
            <p:ph idx="3" type="body"/>
          </p:nvPr>
        </p:nvSpPr>
        <p:spPr>
          <a:xfrm>
            <a:off x="3355907" y="1846660"/>
            <a:ext cx="2305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•"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24"/>
          <p:cNvSpPr txBox="1"/>
          <p:nvPr>
            <p:ph idx="4" type="body"/>
          </p:nvPr>
        </p:nvSpPr>
        <p:spPr>
          <a:xfrm>
            <a:off x="6037912" y="1846660"/>
            <a:ext cx="2305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•"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24"/>
          <p:cNvSpPr txBox="1"/>
          <p:nvPr>
            <p:ph idx="5" type="body"/>
          </p:nvPr>
        </p:nvSpPr>
        <p:spPr>
          <a:xfrm>
            <a:off x="662583" y="2389065"/>
            <a:ext cx="230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•"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p24"/>
          <p:cNvSpPr txBox="1"/>
          <p:nvPr>
            <p:ph idx="6" type="body"/>
          </p:nvPr>
        </p:nvSpPr>
        <p:spPr>
          <a:xfrm>
            <a:off x="3355907" y="2389065"/>
            <a:ext cx="230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•"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p24"/>
          <p:cNvSpPr txBox="1"/>
          <p:nvPr>
            <p:ph idx="7" type="body"/>
          </p:nvPr>
        </p:nvSpPr>
        <p:spPr>
          <a:xfrm>
            <a:off x="6037912" y="2389065"/>
            <a:ext cx="230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•"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cabezado de sección">
  <p:cSld name="1_Encabezado de sección">
    <p:bg>
      <p:bgPr>
        <a:gradFill>
          <a:gsLst>
            <a:gs pos="0">
              <a:srgbClr val="3F3F3F"/>
            </a:gs>
            <a:gs pos="74000">
              <a:schemeClr val="dk1"/>
            </a:gs>
            <a:gs pos="100000">
              <a:schemeClr val="dk1"/>
            </a:gs>
          </a:gsLst>
          <a:lin ang="2700006" scaled="0"/>
        </a:gra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715297" y="1879997"/>
            <a:ext cx="7902600" cy="2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None/>
              <a:defRPr b="0" i="1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52" name="Google Shape;15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4607" y="349721"/>
            <a:ext cx="264043" cy="452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25"/>
          <p:cNvCxnSpPr/>
          <p:nvPr/>
        </p:nvCxnSpPr>
        <p:spPr>
          <a:xfrm>
            <a:off x="715297" y="575880"/>
            <a:ext cx="796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4" name="Google Shape;154;p25"/>
          <p:cNvSpPr txBox="1"/>
          <p:nvPr>
            <p:ph idx="2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 Light"/>
              <a:buChar char="•"/>
              <a:defRPr b="0" i="1" sz="2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+ 1 column">
  <p:cSld name="2_Title + 1 column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/>
          <p:nvPr>
            <p:ph idx="2" type="pic"/>
          </p:nvPr>
        </p:nvSpPr>
        <p:spPr>
          <a:xfrm>
            <a:off x="697627" y="1072238"/>
            <a:ext cx="3818100" cy="23955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690254" y="3563771"/>
            <a:ext cx="38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–"/>
              <a:defRPr b="0" i="0" sz="1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•"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p26"/>
          <p:cNvSpPr txBox="1"/>
          <p:nvPr>
            <p:ph idx="3" type="body"/>
          </p:nvPr>
        </p:nvSpPr>
        <p:spPr>
          <a:xfrm>
            <a:off x="4819033" y="3563771"/>
            <a:ext cx="38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–"/>
              <a:defRPr b="0" i="0" sz="1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•"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26"/>
          <p:cNvSpPr/>
          <p:nvPr>
            <p:ph idx="4" type="pic"/>
          </p:nvPr>
        </p:nvSpPr>
        <p:spPr>
          <a:xfrm>
            <a:off x="4819033" y="1072238"/>
            <a:ext cx="3818100" cy="23955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26"/>
          <p:cNvSpPr txBox="1"/>
          <p:nvPr>
            <p:ph idx="5" type="body"/>
          </p:nvPr>
        </p:nvSpPr>
        <p:spPr>
          <a:xfrm>
            <a:off x="690254" y="3892383"/>
            <a:ext cx="38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–"/>
              <a:defRPr b="0" i="0" sz="1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•"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26"/>
          <p:cNvSpPr txBox="1"/>
          <p:nvPr>
            <p:ph idx="6" type="body"/>
          </p:nvPr>
        </p:nvSpPr>
        <p:spPr>
          <a:xfrm>
            <a:off x="4819033" y="3892383"/>
            <a:ext cx="38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–"/>
              <a:defRPr b="0" i="0" sz="1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•"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62" name="Google Shape;16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4607" y="349721"/>
            <a:ext cx="264043" cy="452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Google Shape;163;p26"/>
          <p:cNvCxnSpPr/>
          <p:nvPr/>
        </p:nvCxnSpPr>
        <p:spPr>
          <a:xfrm>
            <a:off x="715297" y="575880"/>
            <a:ext cx="796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_White Background">
  <p:cSld name="Blank Slide_White Background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, Flecha&#10;&#10;Descripción generada automáticamente" id="166" name="Google Shape;16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28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8" name="Google Shape;168;p28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os objetos">
  <p:cSld name="1_Dos objetos">
    <p:bg>
      <p:bgPr>
        <a:gradFill>
          <a:gsLst>
            <a:gs pos="0">
              <a:srgbClr val="3F3F3F"/>
            </a:gs>
            <a:gs pos="74000">
              <a:schemeClr val="dk1"/>
            </a:gs>
            <a:gs pos="100000">
              <a:schemeClr val="dk1"/>
            </a:gs>
          </a:gsLst>
          <a:lin ang="13500032" scaled="0"/>
        </a:gra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9"/>
          <p:cNvPicPr preferRelativeResize="0"/>
          <p:nvPr/>
        </p:nvPicPr>
        <p:blipFill rotWithShape="1">
          <a:blip r:embed="rId2">
            <a:alphaModFix/>
          </a:blip>
          <a:srcRect b="13412" l="90204" r="-4234" t="0"/>
          <a:stretch/>
        </p:blipFill>
        <p:spPr>
          <a:xfrm rot="10800000">
            <a:off x="3214670" y="689779"/>
            <a:ext cx="5929330" cy="4453721"/>
          </a:xfrm>
          <a:prstGeom prst="rect">
            <a:avLst/>
          </a:prstGeom>
          <a:noFill/>
          <a:ln>
            <a:noFill/>
          </a:ln>
          <a:effectLst>
            <a:outerShdw blurRad="304800" rotWithShape="0" algn="r" dir="10800000" dist="114300">
              <a:srgbClr val="000000">
                <a:alpha val="40000"/>
              </a:srgbClr>
            </a:outerShdw>
          </a:effectLst>
        </p:spPr>
      </p:pic>
      <p:sp>
        <p:nvSpPr>
          <p:cNvPr id="171" name="Google Shape;171;p29"/>
          <p:cNvSpPr txBox="1"/>
          <p:nvPr>
            <p:ph type="title"/>
          </p:nvPr>
        </p:nvSpPr>
        <p:spPr>
          <a:xfrm>
            <a:off x="628650" y="2460024"/>
            <a:ext cx="39432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League Spartan"/>
              <a:buNone/>
              <a:defRPr b="0" i="0" sz="5400" u="none" cap="none" strike="noStrike">
                <a:solidFill>
                  <a:srgbClr val="FF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pic>
        <p:nvPicPr>
          <p:cNvPr descr="Texto&#10;&#10;Descripción generada automáticamente" id="172" name="Google Shape;17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288" y="498395"/>
            <a:ext cx="2485868" cy="7336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29"/>
          <p:cNvGrpSpPr/>
          <p:nvPr/>
        </p:nvGrpSpPr>
        <p:grpSpPr>
          <a:xfrm>
            <a:off x="7770302" y="4427221"/>
            <a:ext cx="885825" cy="352350"/>
            <a:chOff x="10360402" y="5902961"/>
            <a:chExt cx="1181100" cy="469800"/>
          </a:xfrm>
        </p:grpSpPr>
        <p:sp>
          <p:nvSpPr>
            <p:cNvPr id="174" name="Google Shape;174;p29"/>
            <p:cNvSpPr/>
            <p:nvPr/>
          </p:nvSpPr>
          <p:spPr>
            <a:xfrm>
              <a:off x="10360402" y="5902961"/>
              <a:ext cx="1181100" cy="469800"/>
            </a:xfrm>
            <a:prstGeom prst="roundRect">
              <a:avLst>
                <a:gd fmla="val 50000" name="adj"/>
              </a:avLst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9"/>
            <p:cNvCxnSpPr/>
            <p:nvPr/>
          </p:nvCxnSpPr>
          <p:spPr>
            <a:xfrm>
              <a:off x="10664962" y="6137911"/>
              <a:ext cx="5721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176" name="Google Shape;176;p29"/>
          <p:cNvSpPr txBox="1"/>
          <p:nvPr>
            <p:ph idx="1" type="body"/>
          </p:nvPr>
        </p:nvSpPr>
        <p:spPr>
          <a:xfrm>
            <a:off x="628650" y="3720247"/>
            <a:ext cx="35658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roposal">
  <p:cSld name="Cover proposal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0861" y="689780"/>
            <a:ext cx="2758742" cy="81413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0"/>
          <p:cNvSpPr txBox="1"/>
          <p:nvPr>
            <p:ph type="title"/>
          </p:nvPr>
        </p:nvSpPr>
        <p:spPr>
          <a:xfrm>
            <a:off x="628650" y="1774224"/>
            <a:ext cx="45900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eague Spartan"/>
              <a:buNone/>
              <a:defRPr sz="270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628649" y="3325010"/>
            <a:ext cx="459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rgbClr val="F62225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30"/>
          <p:cNvSpPr txBox="1"/>
          <p:nvPr>
            <p:ph idx="2" type="body"/>
          </p:nvPr>
        </p:nvSpPr>
        <p:spPr>
          <a:xfrm>
            <a:off x="628650" y="4478784"/>
            <a:ext cx="2443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A red square with white text&#10;&#10;Description automatically generated" id="182" name="Google Shape;182;p30"/>
          <p:cNvPicPr preferRelativeResize="0"/>
          <p:nvPr/>
        </p:nvPicPr>
        <p:blipFill rotWithShape="1">
          <a:blip r:embed="rId3">
            <a:alphaModFix/>
          </a:blip>
          <a:srcRect b="0" l="80420" r="0" t="0"/>
          <a:stretch/>
        </p:blipFill>
        <p:spPr>
          <a:xfrm rot="10800000">
            <a:off x="4645602" y="0"/>
            <a:ext cx="4498398" cy="3339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0"/>
          <p:cNvPicPr preferRelativeResize="0"/>
          <p:nvPr/>
        </p:nvPicPr>
        <p:blipFill rotWithShape="1">
          <a:blip r:embed="rId4">
            <a:alphaModFix/>
          </a:blip>
          <a:srcRect b="13412" l="90204" r="-4234" t="0"/>
          <a:stretch/>
        </p:blipFill>
        <p:spPr>
          <a:xfrm rot="10800000">
            <a:off x="3214670" y="689779"/>
            <a:ext cx="5929330" cy="4453721"/>
          </a:xfrm>
          <a:prstGeom prst="rect">
            <a:avLst/>
          </a:prstGeom>
          <a:noFill/>
          <a:ln>
            <a:noFill/>
          </a:ln>
          <a:effectLst>
            <a:outerShdw blurRad="304800" rotWithShape="0" algn="r" dir="10800000" dist="114300">
              <a:srgbClr val="000000">
                <a:alpha val="40000"/>
              </a:srgbClr>
            </a:outerShdw>
          </a:effectLst>
        </p:spPr>
      </p:pic>
      <p:grpSp>
        <p:nvGrpSpPr>
          <p:cNvPr id="184" name="Google Shape;184;p30"/>
          <p:cNvGrpSpPr/>
          <p:nvPr/>
        </p:nvGrpSpPr>
        <p:grpSpPr>
          <a:xfrm>
            <a:off x="7770302" y="4427221"/>
            <a:ext cx="885825" cy="352350"/>
            <a:chOff x="10360402" y="5902961"/>
            <a:chExt cx="1181100" cy="469800"/>
          </a:xfrm>
        </p:grpSpPr>
        <p:sp>
          <p:nvSpPr>
            <p:cNvPr id="185" name="Google Shape;185;p30"/>
            <p:cNvSpPr/>
            <p:nvPr/>
          </p:nvSpPr>
          <p:spPr>
            <a:xfrm>
              <a:off x="10360402" y="5902961"/>
              <a:ext cx="1181100" cy="469800"/>
            </a:xfrm>
            <a:prstGeom prst="roundRect">
              <a:avLst>
                <a:gd fmla="val 50000" name="adj"/>
              </a:avLst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6" name="Google Shape;186;p30"/>
            <p:cNvCxnSpPr/>
            <p:nvPr/>
          </p:nvCxnSpPr>
          <p:spPr>
            <a:xfrm>
              <a:off x="10664962" y="6137911"/>
              <a:ext cx="5721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187" name="Google Shape;187;p30"/>
          <p:cNvSpPr txBox="1"/>
          <p:nvPr>
            <p:ph idx="3" type="body"/>
          </p:nvPr>
        </p:nvSpPr>
        <p:spPr>
          <a:xfrm>
            <a:off x="6302086" y="615898"/>
            <a:ext cx="2443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roposal_2">
  <p:cSld name="Cover proposal_2"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1"/>
          <p:cNvPicPr preferRelativeResize="0"/>
          <p:nvPr/>
        </p:nvPicPr>
        <p:blipFill rotWithShape="1">
          <a:blip r:embed="rId2">
            <a:alphaModFix/>
          </a:blip>
          <a:srcRect b="0" l="83200" r="-2780" t="0"/>
          <a:stretch/>
        </p:blipFill>
        <p:spPr>
          <a:xfrm rot="10800000">
            <a:off x="4645602" y="0"/>
            <a:ext cx="4498398" cy="3339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1"/>
          <p:cNvPicPr preferRelativeResize="0"/>
          <p:nvPr/>
        </p:nvPicPr>
        <p:blipFill rotWithShape="1">
          <a:blip r:embed="rId3">
            <a:alphaModFix/>
          </a:blip>
          <a:srcRect b="13412" l="90204" r="-4234" t="0"/>
          <a:stretch/>
        </p:blipFill>
        <p:spPr>
          <a:xfrm rot="10800000">
            <a:off x="3214670" y="689779"/>
            <a:ext cx="5929330" cy="4453721"/>
          </a:xfrm>
          <a:prstGeom prst="rect">
            <a:avLst/>
          </a:prstGeom>
          <a:noFill/>
          <a:ln>
            <a:noFill/>
          </a:ln>
          <a:effectLst>
            <a:outerShdw blurRad="304800" rotWithShape="0" algn="r" dir="10800000" dist="114300">
              <a:srgbClr val="000000">
                <a:alpha val="40000"/>
              </a:srgbClr>
            </a:outerShdw>
          </a:effectLst>
        </p:spPr>
      </p:pic>
      <p:sp>
        <p:nvSpPr>
          <p:cNvPr id="191" name="Google Shape;191;p31"/>
          <p:cNvSpPr txBox="1"/>
          <p:nvPr>
            <p:ph type="title"/>
          </p:nvPr>
        </p:nvSpPr>
        <p:spPr>
          <a:xfrm>
            <a:off x="628650" y="1774224"/>
            <a:ext cx="3943200" cy="1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ague Spartan"/>
              <a:buNone/>
              <a:defRPr sz="240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628650" y="3096866"/>
            <a:ext cx="2907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rgbClr val="F62225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3" name="Google Shape;193;p31"/>
          <p:cNvSpPr/>
          <p:nvPr>
            <p:ph idx="2" type="pic"/>
          </p:nvPr>
        </p:nvSpPr>
        <p:spPr>
          <a:xfrm>
            <a:off x="562324" y="3855248"/>
            <a:ext cx="903900" cy="903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4" name="Google Shape;194;p31"/>
          <p:cNvSpPr txBox="1"/>
          <p:nvPr>
            <p:ph idx="3" type="body"/>
          </p:nvPr>
        </p:nvSpPr>
        <p:spPr>
          <a:xfrm>
            <a:off x="6372075" y="4182518"/>
            <a:ext cx="2443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95" name="Google Shape;19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420" y="689780"/>
            <a:ext cx="2758742" cy="8141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" name="Google Shape;196;p31"/>
          <p:cNvGrpSpPr/>
          <p:nvPr/>
        </p:nvGrpSpPr>
        <p:grpSpPr>
          <a:xfrm>
            <a:off x="7770302" y="337355"/>
            <a:ext cx="885825" cy="352350"/>
            <a:chOff x="10360402" y="5902961"/>
            <a:chExt cx="1181100" cy="469800"/>
          </a:xfrm>
        </p:grpSpPr>
        <p:sp>
          <p:nvSpPr>
            <p:cNvPr id="197" name="Google Shape;197;p31"/>
            <p:cNvSpPr/>
            <p:nvPr/>
          </p:nvSpPr>
          <p:spPr>
            <a:xfrm>
              <a:off x="10360402" y="5902961"/>
              <a:ext cx="1181100" cy="469800"/>
            </a:xfrm>
            <a:prstGeom prst="roundRect">
              <a:avLst>
                <a:gd fmla="val 50000" name="adj"/>
              </a:avLst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8" name="Google Shape;198;p31"/>
            <p:cNvCxnSpPr/>
            <p:nvPr/>
          </p:nvCxnSpPr>
          <p:spPr>
            <a:xfrm>
              <a:off x="10664962" y="6137911"/>
              <a:ext cx="5721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199" name="Google Shape;199;p31"/>
          <p:cNvSpPr txBox="1"/>
          <p:nvPr>
            <p:ph idx="4" type="body"/>
          </p:nvPr>
        </p:nvSpPr>
        <p:spPr>
          <a:xfrm>
            <a:off x="1633388" y="4099418"/>
            <a:ext cx="1419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roposal_3">
  <p:cSld name="Cover proposal_3"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02" name="Google Shape;202;p32"/>
          <p:cNvPicPr preferRelativeResize="0"/>
          <p:nvPr/>
        </p:nvPicPr>
        <p:blipFill rotWithShape="1">
          <a:blip r:embed="rId2">
            <a:alphaModFix/>
          </a:blip>
          <a:srcRect b="0" l="42308" r="-249" t="0"/>
          <a:stretch/>
        </p:blipFill>
        <p:spPr>
          <a:xfrm flipH="1" rot="10800000">
            <a:off x="635479" y="3409259"/>
            <a:ext cx="5381621" cy="1349828"/>
          </a:xfrm>
          <a:prstGeom prst="rect">
            <a:avLst/>
          </a:prstGeom>
          <a:noFill/>
          <a:ln>
            <a:noFill/>
          </a:ln>
          <a:effectLst>
            <a:outerShdw blurRad="304800" rotWithShape="0" algn="r" dir="10800000" dist="114300">
              <a:srgbClr val="000000">
                <a:alpha val="40000"/>
              </a:srgbClr>
            </a:outerShdw>
          </a:effectLst>
        </p:spPr>
      </p:pic>
      <p:pic>
        <p:nvPicPr>
          <p:cNvPr id="203" name="Google Shape;203;p32"/>
          <p:cNvPicPr preferRelativeResize="0"/>
          <p:nvPr/>
        </p:nvPicPr>
        <p:blipFill rotWithShape="1">
          <a:blip r:embed="rId3">
            <a:alphaModFix/>
          </a:blip>
          <a:srcRect b="0" l="85647" r="-168" t="0"/>
          <a:stretch/>
        </p:blipFill>
        <p:spPr>
          <a:xfrm>
            <a:off x="0" y="0"/>
            <a:ext cx="513873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2"/>
          <p:cNvPicPr preferRelativeResize="0"/>
          <p:nvPr/>
        </p:nvPicPr>
        <p:blipFill rotWithShape="1">
          <a:blip r:embed="rId4">
            <a:alphaModFix/>
          </a:blip>
          <a:srcRect b="-1533" l="58193" r="-1878" t="0"/>
          <a:stretch/>
        </p:blipFill>
        <p:spPr>
          <a:xfrm flipH="1" rot="10800000">
            <a:off x="0" y="1644413"/>
            <a:ext cx="6257924" cy="1770139"/>
          </a:xfrm>
          <a:prstGeom prst="rect">
            <a:avLst/>
          </a:prstGeom>
          <a:noFill/>
          <a:ln>
            <a:noFill/>
          </a:ln>
          <a:effectLst>
            <a:outerShdw blurRad="304800" rotWithShape="0" algn="r" dir="10800000" dist="114300">
              <a:srgbClr val="000000">
                <a:alpha val="40000"/>
              </a:srgbClr>
            </a:outerShdw>
          </a:effectLst>
        </p:spPr>
      </p:pic>
      <p:sp>
        <p:nvSpPr>
          <p:cNvPr id="205" name="Google Shape;205;p32"/>
          <p:cNvSpPr txBox="1"/>
          <p:nvPr>
            <p:ph type="title"/>
          </p:nvPr>
        </p:nvSpPr>
        <p:spPr>
          <a:xfrm>
            <a:off x="428625" y="1740649"/>
            <a:ext cx="3943200" cy="1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ague Spartan"/>
              <a:buNone/>
              <a:defRPr sz="240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428625" y="2936291"/>
            <a:ext cx="2907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7" name="Google Shape;207;p32"/>
          <p:cNvSpPr/>
          <p:nvPr>
            <p:ph idx="3" type="pic"/>
          </p:nvPr>
        </p:nvSpPr>
        <p:spPr>
          <a:xfrm>
            <a:off x="428625" y="3895702"/>
            <a:ext cx="903900" cy="903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8" name="Google Shape;208;p32"/>
          <p:cNvSpPr txBox="1"/>
          <p:nvPr>
            <p:ph idx="4" type="body"/>
          </p:nvPr>
        </p:nvSpPr>
        <p:spPr>
          <a:xfrm>
            <a:off x="6387766" y="4222972"/>
            <a:ext cx="22515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09" name="Google Shape;20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2187" y="332266"/>
            <a:ext cx="2758742" cy="81413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2"/>
          <p:cNvSpPr txBox="1"/>
          <p:nvPr>
            <p:ph idx="5" type="body"/>
          </p:nvPr>
        </p:nvSpPr>
        <p:spPr>
          <a:xfrm>
            <a:off x="1542900" y="4099418"/>
            <a:ext cx="1419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Content">
  <p:cSld name="Image + Content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, Flecha&#10;&#10;Descripción generada automáticamente" id="212" name="Google Shape;212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33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4" name="Google Shape;214;p33"/>
          <p:cNvSpPr txBox="1"/>
          <p:nvPr>
            <p:ph idx="1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·"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5" name="Google Shape;215;p33"/>
          <p:cNvSpPr txBox="1"/>
          <p:nvPr>
            <p:ph idx="2" type="body"/>
          </p:nvPr>
        </p:nvSpPr>
        <p:spPr>
          <a:xfrm>
            <a:off x="662583" y="2466975"/>
            <a:ext cx="31998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None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6" name="Google Shape;216;p33"/>
          <p:cNvSpPr/>
          <p:nvPr>
            <p:ph idx="3" type="pic"/>
          </p:nvPr>
        </p:nvSpPr>
        <p:spPr>
          <a:xfrm>
            <a:off x="4104400" y="1919288"/>
            <a:ext cx="4513500" cy="23037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33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3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9" name="Google Shape;219;p33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o + Content">
  <p:cSld name="Video + Content"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/>
          <p:nvPr>
            <p:ph idx="2" type="media"/>
          </p:nvPr>
        </p:nvSpPr>
        <p:spPr>
          <a:xfrm>
            <a:off x="4100513" y="1919288"/>
            <a:ext cx="4533900" cy="23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Forma, Flecha&#10;&#10;Descripción generada automáticamente" id="222" name="Google Shape;22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34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·"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5" name="Google Shape;225;p34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6" name="Google Shape;226;p34"/>
          <p:cNvSpPr txBox="1"/>
          <p:nvPr>
            <p:ph idx="3" type="body"/>
          </p:nvPr>
        </p:nvSpPr>
        <p:spPr>
          <a:xfrm>
            <a:off x="662583" y="2466975"/>
            <a:ext cx="31998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None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7" name="Google Shape;227;p34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4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_Grey Background">
  <p:cSld name="Blank Slide_Grey Background">
    <p:bg>
      <p:bgPr>
        <a:solidFill>
          <a:srgbClr val="F2F2F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, Flecha&#10;&#10;Descripción generada automáticamente" id="230" name="Google Shape;23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1" name="Google Shape;231;p35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32" name="Google Shape;232;p35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+ Text + Picture">
  <p:cSld name="1_Title + Text + Picture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idx="1" type="body"/>
          </p:nvPr>
        </p:nvSpPr>
        <p:spPr>
          <a:xfrm>
            <a:off x="662583" y="1865711"/>
            <a:ext cx="38052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None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5" name="Google Shape;235;p36"/>
          <p:cNvSpPr/>
          <p:nvPr>
            <p:ph idx="2" type="pic"/>
          </p:nvPr>
        </p:nvSpPr>
        <p:spPr>
          <a:xfrm>
            <a:off x="5042662" y="1873123"/>
            <a:ext cx="3640800" cy="22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6"/>
          <p:cNvSpPr txBox="1"/>
          <p:nvPr>
            <p:ph idx="3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·"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7" name="Google Shape;237;p36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Forma, Flecha&#10;&#10;Descripción generada automáticamente" id="238" name="Google Shape;23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" name="Google Shape;239;p36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40" name="Google Shape;240;p36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6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6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>
  <p:cSld name="Title + 1 column">
    <p:bg>
      <p:bgPr>
        <a:solidFill>
          <a:srgbClr val="F2F2F2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7"/>
          <p:cNvSpPr txBox="1"/>
          <p:nvPr>
            <p:ph idx="1" type="body"/>
          </p:nvPr>
        </p:nvSpPr>
        <p:spPr>
          <a:xfrm>
            <a:off x="662583" y="1846660"/>
            <a:ext cx="3756900" cy="24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5" name="Google Shape;245;p37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6" name="Google Shape;246;p37"/>
          <p:cNvSpPr txBox="1"/>
          <p:nvPr>
            <p:ph idx="2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·"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7" name="Google Shape;247;p37"/>
          <p:cNvSpPr txBox="1"/>
          <p:nvPr>
            <p:ph idx="3" type="body"/>
          </p:nvPr>
        </p:nvSpPr>
        <p:spPr>
          <a:xfrm>
            <a:off x="4921026" y="1846660"/>
            <a:ext cx="3758400" cy="24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Forma, Flecha&#10;&#10;Descripción generada automáticamente" id="248" name="Google Shape;24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37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50" name="Google Shape;250;p37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7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7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+ 1 column">
  <p:cSld name="1_Title + 1 column"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>
            <p:ph idx="1" type="body"/>
          </p:nvPr>
        </p:nvSpPr>
        <p:spPr>
          <a:xfrm>
            <a:off x="662583" y="1846660"/>
            <a:ext cx="2305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1" i="0" sz="21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5" name="Google Shape;255;p38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6" name="Google Shape;256;p38"/>
          <p:cNvSpPr txBox="1"/>
          <p:nvPr>
            <p:ph idx="2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·"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Forma, Flecha&#10;&#10;Descripción generada automáticamente" id="257" name="Google Shape;257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" name="Google Shape;258;p38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59" name="Google Shape;259;p38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8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8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2" name="Google Shape;262;p38"/>
          <p:cNvSpPr txBox="1"/>
          <p:nvPr>
            <p:ph idx="3" type="body"/>
          </p:nvPr>
        </p:nvSpPr>
        <p:spPr>
          <a:xfrm>
            <a:off x="3355907" y="1846660"/>
            <a:ext cx="2305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1" i="0" sz="21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3" name="Google Shape;263;p38"/>
          <p:cNvSpPr txBox="1"/>
          <p:nvPr>
            <p:ph idx="4" type="body"/>
          </p:nvPr>
        </p:nvSpPr>
        <p:spPr>
          <a:xfrm>
            <a:off x="6037912" y="1846660"/>
            <a:ext cx="2305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1" i="0" sz="21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4" name="Google Shape;264;p38"/>
          <p:cNvSpPr txBox="1"/>
          <p:nvPr>
            <p:ph idx="5" type="body"/>
          </p:nvPr>
        </p:nvSpPr>
        <p:spPr>
          <a:xfrm>
            <a:off x="662583" y="2389065"/>
            <a:ext cx="230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5" name="Google Shape;265;p38"/>
          <p:cNvSpPr txBox="1"/>
          <p:nvPr>
            <p:ph idx="6" type="body"/>
          </p:nvPr>
        </p:nvSpPr>
        <p:spPr>
          <a:xfrm>
            <a:off x="3355907" y="2389065"/>
            <a:ext cx="230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6" name="Google Shape;266;p38"/>
          <p:cNvSpPr txBox="1"/>
          <p:nvPr>
            <p:ph idx="7" type="body"/>
          </p:nvPr>
        </p:nvSpPr>
        <p:spPr>
          <a:xfrm>
            <a:off x="6037912" y="2389065"/>
            <a:ext cx="230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ultiuse layout">
  <p:cSld name="1_Multiuse layout"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9" name="Google Shape;269;p39"/>
          <p:cNvSpPr txBox="1"/>
          <p:nvPr>
            <p:ph idx="1" type="body"/>
          </p:nvPr>
        </p:nvSpPr>
        <p:spPr>
          <a:xfrm>
            <a:off x="715297" y="1879997"/>
            <a:ext cx="7902600" cy="2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None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0" name="Google Shape;270;p39"/>
          <p:cNvSpPr txBox="1"/>
          <p:nvPr>
            <p:ph idx="2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·"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Forma, Flecha&#10;&#10;Descripción generada automáticamente" id="271" name="Google Shape;271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p39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73" name="Google Shape;273;p39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9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9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s + Pictures Sponsors">
  <p:cSld name="Titles + Pictures Sponsors">
    <p:bg>
      <p:bgPr>
        <a:solidFill>
          <a:srgbClr val="F2F2F2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"/>
          <p:cNvSpPr/>
          <p:nvPr>
            <p:ph idx="2" type="pic"/>
          </p:nvPr>
        </p:nvSpPr>
        <p:spPr>
          <a:xfrm>
            <a:off x="5530105" y="1777871"/>
            <a:ext cx="2185200" cy="26370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40"/>
          <p:cNvSpPr txBox="1"/>
          <p:nvPr>
            <p:ph idx="1" type="body"/>
          </p:nvPr>
        </p:nvSpPr>
        <p:spPr>
          <a:xfrm>
            <a:off x="7845994" y="3763889"/>
            <a:ext cx="8334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Open Sans Light"/>
              <a:buNone/>
              <a:defRPr b="0" i="0" sz="14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None/>
              <a:defRPr b="0" i="1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9" name="Google Shape;279;p40"/>
          <p:cNvSpPr/>
          <p:nvPr>
            <p:ph idx="3" type="pic"/>
          </p:nvPr>
        </p:nvSpPr>
        <p:spPr>
          <a:xfrm>
            <a:off x="715297" y="2183063"/>
            <a:ext cx="903900" cy="903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80" name="Google Shape;280;p40"/>
          <p:cNvSpPr/>
          <p:nvPr>
            <p:ph idx="4" type="pic"/>
          </p:nvPr>
        </p:nvSpPr>
        <p:spPr>
          <a:xfrm>
            <a:off x="2282102" y="2183063"/>
            <a:ext cx="903900" cy="903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81" name="Google Shape;281;p40"/>
          <p:cNvSpPr/>
          <p:nvPr>
            <p:ph idx="5" type="pic"/>
          </p:nvPr>
        </p:nvSpPr>
        <p:spPr>
          <a:xfrm>
            <a:off x="3906104" y="2183063"/>
            <a:ext cx="903900" cy="903900"/>
          </a:xfrm>
          <a:prstGeom prst="ellipse">
            <a:avLst/>
          </a:prstGeom>
          <a:noFill/>
          <a:ln>
            <a:noFill/>
          </a:ln>
        </p:spPr>
      </p:sp>
      <p:pic>
        <p:nvPicPr>
          <p:cNvPr descr="Forma, Flecha&#10;&#10;Descripción generada automáticamente" id="282" name="Google Shape;28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3" name="Google Shape;283;p40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84" name="Google Shape;284;p40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0"/>
          <p:cNvSpPr txBox="1"/>
          <p:nvPr>
            <p:ph idx="6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·"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6" name="Google Shape;286;p40"/>
          <p:cNvSpPr txBox="1"/>
          <p:nvPr>
            <p:ph idx="7" type="body"/>
          </p:nvPr>
        </p:nvSpPr>
        <p:spPr>
          <a:xfrm>
            <a:off x="457876" y="3239009"/>
            <a:ext cx="1418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7" name="Google Shape;287;p40"/>
          <p:cNvSpPr txBox="1"/>
          <p:nvPr>
            <p:ph idx="8" type="body"/>
          </p:nvPr>
        </p:nvSpPr>
        <p:spPr>
          <a:xfrm>
            <a:off x="2020898" y="3239009"/>
            <a:ext cx="1418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8" name="Google Shape;288;p40"/>
          <p:cNvSpPr txBox="1"/>
          <p:nvPr>
            <p:ph idx="9" type="body"/>
          </p:nvPr>
        </p:nvSpPr>
        <p:spPr>
          <a:xfrm>
            <a:off x="3648683" y="3239009"/>
            <a:ext cx="1418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40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40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0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s + Pictures Sponsors">
  <p:cSld name="1_Titles + Pictures Sponsors">
    <p:bg>
      <p:bgPr>
        <a:solidFill>
          <a:srgbClr val="F2F2F2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1"/>
          <p:cNvSpPr/>
          <p:nvPr>
            <p:ph idx="2" type="pic"/>
          </p:nvPr>
        </p:nvSpPr>
        <p:spPr>
          <a:xfrm>
            <a:off x="5530105" y="1777871"/>
            <a:ext cx="2185200" cy="26370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41"/>
          <p:cNvSpPr txBox="1"/>
          <p:nvPr>
            <p:ph idx="1" type="body"/>
          </p:nvPr>
        </p:nvSpPr>
        <p:spPr>
          <a:xfrm>
            <a:off x="7845994" y="3763889"/>
            <a:ext cx="8334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Open Sans Light"/>
              <a:buNone/>
              <a:defRPr b="0" i="0" sz="14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None/>
              <a:defRPr b="0" i="1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5" name="Google Shape;295;p41"/>
          <p:cNvSpPr/>
          <p:nvPr>
            <p:ph idx="3" type="pic"/>
          </p:nvPr>
        </p:nvSpPr>
        <p:spPr>
          <a:xfrm>
            <a:off x="715297" y="2183063"/>
            <a:ext cx="903900" cy="903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41"/>
          <p:cNvSpPr/>
          <p:nvPr>
            <p:ph idx="4" type="pic"/>
          </p:nvPr>
        </p:nvSpPr>
        <p:spPr>
          <a:xfrm>
            <a:off x="2282102" y="2183063"/>
            <a:ext cx="903900" cy="903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7" name="Google Shape;297;p41"/>
          <p:cNvSpPr/>
          <p:nvPr>
            <p:ph idx="5" type="pic"/>
          </p:nvPr>
        </p:nvSpPr>
        <p:spPr>
          <a:xfrm>
            <a:off x="3906104" y="2183063"/>
            <a:ext cx="903900" cy="903900"/>
          </a:xfrm>
          <a:prstGeom prst="ellipse">
            <a:avLst/>
          </a:prstGeom>
          <a:noFill/>
          <a:ln>
            <a:noFill/>
          </a:ln>
        </p:spPr>
      </p:sp>
      <p:pic>
        <p:nvPicPr>
          <p:cNvPr descr="Forma, Flecha&#10;&#10;Descripción generada automáticamente" id="298" name="Google Shape;298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9" name="Google Shape;299;p41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00" name="Google Shape;300;p41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1"/>
          <p:cNvSpPr txBox="1"/>
          <p:nvPr>
            <p:ph idx="6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·"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41"/>
          <p:cNvSpPr txBox="1"/>
          <p:nvPr>
            <p:ph idx="7" type="body"/>
          </p:nvPr>
        </p:nvSpPr>
        <p:spPr>
          <a:xfrm>
            <a:off x="457876" y="3239009"/>
            <a:ext cx="1418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41"/>
          <p:cNvSpPr txBox="1"/>
          <p:nvPr>
            <p:ph idx="8" type="body"/>
          </p:nvPr>
        </p:nvSpPr>
        <p:spPr>
          <a:xfrm>
            <a:off x="2020898" y="3239009"/>
            <a:ext cx="1418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41"/>
          <p:cNvSpPr txBox="1"/>
          <p:nvPr>
            <p:ph idx="9" type="body"/>
          </p:nvPr>
        </p:nvSpPr>
        <p:spPr>
          <a:xfrm>
            <a:off x="3648683" y="3239009"/>
            <a:ext cx="1418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5" name="Google Shape;305;p41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6" name="Google Shape;306;p41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1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ogo + Changeable pic">
  <p:cSld name="1_Logo + Changeable pic">
    <p:bg>
      <p:bgPr>
        <a:solidFill>
          <a:schemeClr val="lt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, Flecha&#10;&#10;Descripción generada automáticamente" id="309" name="Google Shape;309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0" name="Google Shape;310;p42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11" name="Google Shape;311;p42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2"/>
          <p:cNvSpPr txBox="1"/>
          <p:nvPr>
            <p:ph idx="1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·"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3" name="Google Shape;313;p42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42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2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6" name="Google Shape;316;p42"/>
          <p:cNvSpPr/>
          <p:nvPr>
            <p:ph idx="2" type="pic"/>
          </p:nvPr>
        </p:nvSpPr>
        <p:spPr>
          <a:xfrm>
            <a:off x="978141" y="1591040"/>
            <a:ext cx="726300" cy="72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7" name="Google Shape;317;p42"/>
          <p:cNvSpPr/>
          <p:nvPr>
            <p:ph idx="3" type="pic"/>
          </p:nvPr>
        </p:nvSpPr>
        <p:spPr>
          <a:xfrm>
            <a:off x="2544947" y="1591040"/>
            <a:ext cx="726300" cy="72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8" name="Google Shape;318;p42"/>
          <p:cNvSpPr/>
          <p:nvPr>
            <p:ph idx="4" type="pic"/>
          </p:nvPr>
        </p:nvSpPr>
        <p:spPr>
          <a:xfrm>
            <a:off x="4168949" y="1591040"/>
            <a:ext cx="726300" cy="72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9" name="Google Shape;319;p42"/>
          <p:cNvSpPr txBox="1"/>
          <p:nvPr>
            <p:ph idx="5" type="body"/>
          </p:nvPr>
        </p:nvSpPr>
        <p:spPr>
          <a:xfrm>
            <a:off x="715297" y="2403837"/>
            <a:ext cx="12756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0" name="Google Shape;320;p42"/>
          <p:cNvSpPr txBox="1"/>
          <p:nvPr>
            <p:ph idx="6" type="body"/>
          </p:nvPr>
        </p:nvSpPr>
        <p:spPr>
          <a:xfrm>
            <a:off x="2303651" y="2403837"/>
            <a:ext cx="12756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1" name="Google Shape;321;p42"/>
          <p:cNvSpPr txBox="1"/>
          <p:nvPr>
            <p:ph idx="7" type="body"/>
          </p:nvPr>
        </p:nvSpPr>
        <p:spPr>
          <a:xfrm>
            <a:off x="3892867" y="2403837"/>
            <a:ext cx="12756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2" name="Google Shape;322;p42"/>
          <p:cNvSpPr txBox="1"/>
          <p:nvPr>
            <p:ph idx="8" type="body"/>
          </p:nvPr>
        </p:nvSpPr>
        <p:spPr>
          <a:xfrm>
            <a:off x="5726027" y="1728200"/>
            <a:ext cx="24423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Noto Sans Symbols"/>
              <a:buNone/>
              <a:defRPr b="1" i="0" sz="18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42"/>
          <p:cNvSpPr txBox="1"/>
          <p:nvPr>
            <p:ph idx="9" type="body"/>
          </p:nvPr>
        </p:nvSpPr>
        <p:spPr>
          <a:xfrm>
            <a:off x="5726027" y="2401531"/>
            <a:ext cx="2442300" cy="14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42"/>
          <p:cNvSpPr/>
          <p:nvPr>
            <p:ph idx="13" type="pic"/>
          </p:nvPr>
        </p:nvSpPr>
        <p:spPr>
          <a:xfrm>
            <a:off x="978141" y="3162270"/>
            <a:ext cx="726300" cy="72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25" name="Google Shape;325;p42"/>
          <p:cNvSpPr/>
          <p:nvPr>
            <p:ph idx="14" type="pic"/>
          </p:nvPr>
        </p:nvSpPr>
        <p:spPr>
          <a:xfrm>
            <a:off x="2544947" y="3162270"/>
            <a:ext cx="726300" cy="72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26" name="Google Shape;326;p42"/>
          <p:cNvSpPr/>
          <p:nvPr>
            <p:ph idx="15" type="pic"/>
          </p:nvPr>
        </p:nvSpPr>
        <p:spPr>
          <a:xfrm>
            <a:off x="4168949" y="3162270"/>
            <a:ext cx="726300" cy="72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27" name="Google Shape;327;p42"/>
          <p:cNvSpPr txBox="1"/>
          <p:nvPr>
            <p:ph idx="16" type="body"/>
          </p:nvPr>
        </p:nvSpPr>
        <p:spPr>
          <a:xfrm>
            <a:off x="715297" y="3981301"/>
            <a:ext cx="12756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8" name="Google Shape;328;p42"/>
          <p:cNvSpPr txBox="1"/>
          <p:nvPr>
            <p:ph idx="17" type="body"/>
          </p:nvPr>
        </p:nvSpPr>
        <p:spPr>
          <a:xfrm>
            <a:off x="2303651" y="3981301"/>
            <a:ext cx="12756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9" name="Google Shape;329;p42"/>
          <p:cNvSpPr txBox="1"/>
          <p:nvPr>
            <p:ph idx="18" type="body"/>
          </p:nvPr>
        </p:nvSpPr>
        <p:spPr>
          <a:xfrm>
            <a:off x="3892867" y="3981301"/>
            <a:ext cx="12756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+ Changeable pic">
  <p:cSld name="Logo + Changeable pic">
    <p:bg>
      <p:bgPr>
        <a:solidFill>
          <a:schemeClr val="lt1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, Flecha&#10;&#10;Descripción generada automáticamente" id="331" name="Google Shape;331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2" name="Google Shape;332;p43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33" name="Google Shape;333;p43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3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43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3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>
  <p:cSld name="Título y texto vertical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/>
          <p:cNvSpPr/>
          <p:nvPr>
            <p:ph idx="2" type="pic"/>
          </p:nvPr>
        </p:nvSpPr>
        <p:spPr>
          <a:xfrm>
            <a:off x="609600" y="938213"/>
            <a:ext cx="3818100" cy="23955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1" type="body"/>
          </p:nvPr>
        </p:nvSpPr>
        <p:spPr>
          <a:xfrm>
            <a:off x="602227" y="3429745"/>
            <a:ext cx="38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Open Sans Light"/>
              <a:buChar char="–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0" name="Google Shape;340;p44"/>
          <p:cNvSpPr txBox="1"/>
          <p:nvPr>
            <p:ph idx="3" type="body"/>
          </p:nvPr>
        </p:nvSpPr>
        <p:spPr>
          <a:xfrm>
            <a:off x="4731007" y="3429745"/>
            <a:ext cx="38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Open Sans Light"/>
              <a:buChar char="–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1" name="Google Shape;341;p44"/>
          <p:cNvSpPr/>
          <p:nvPr>
            <p:ph idx="4" type="pic"/>
          </p:nvPr>
        </p:nvSpPr>
        <p:spPr>
          <a:xfrm>
            <a:off x="4731007" y="938213"/>
            <a:ext cx="3818100" cy="2395500"/>
          </a:xfrm>
          <a:prstGeom prst="rect">
            <a:avLst/>
          </a:prstGeom>
          <a:noFill/>
          <a:ln>
            <a:noFill/>
          </a:ln>
        </p:spPr>
      </p:sp>
      <p:pic>
        <p:nvPicPr>
          <p:cNvPr descr="Forma, Flecha&#10;&#10;Descripción generada automáticamente" id="342" name="Google Shape;342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3" name="Google Shape;343;p44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44" name="Google Shape;344;p44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4"/>
          <p:cNvSpPr txBox="1"/>
          <p:nvPr>
            <p:ph idx="5" type="body"/>
          </p:nvPr>
        </p:nvSpPr>
        <p:spPr>
          <a:xfrm>
            <a:off x="602227" y="3758357"/>
            <a:ext cx="38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Open Sans Light"/>
              <a:buChar char="–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6" name="Google Shape;346;p44"/>
          <p:cNvSpPr txBox="1"/>
          <p:nvPr>
            <p:ph idx="6" type="body"/>
          </p:nvPr>
        </p:nvSpPr>
        <p:spPr>
          <a:xfrm>
            <a:off x="4731007" y="3758357"/>
            <a:ext cx="38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Open Sans Light"/>
              <a:buChar char="–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7" name="Google Shape;347;p44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8" name="Google Shape;348;p44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44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texto vertical">
  <p:cSld name="1_Título y texto vertical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5"/>
          <p:cNvSpPr/>
          <p:nvPr>
            <p:ph idx="2" type="pic"/>
          </p:nvPr>
        </p:nvSpPr>
        <p:spPr>
          <a:xfrm>
            <a:off x="609600" y="938213"/>
            <a:ext cx="6929400" cy="23955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5"/>
          <p:cNvSpPr txBox="1"/>
          <p:nvPr>
            <p:ph idx="1" type="body"/>
          </p:nvPr>
        </p:nvSpPr>
        <p:spPr>
          <a:xfrm>
            <a:off x="602227" y="3429745"/>
            <a:ext cx="38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Open Sans Light"/>
              <a:buChar char="–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Forma, Flecha&#10;&#10;Descripción generada automáticamente" id="353" name="Google Shape;35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4" name="Google Shape;354;p45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55" name="Google Shape;355;p45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5"/>
          <p:cNvSpPr txBox="1"/>
          <p:nvPr>
            <p:ph idx="3" type="body"/>
          </p:nvPr>
        </p:nvSpPr>
        <p:spPr>
          <a:xfrm>
            <a:off x="602227" y="3758357"/>
            <a:ext cx="38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Open Sans Light"/>
              <a:buChar char="–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7" name="Google Shape;357;p45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8" name="Google Shape;358;p45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5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hangeable pic_black">
  <p:cSld name="2_Changeable pic_black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6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2" name="Google Shape;362;p46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6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9"/>
          <p:cNvSpPr txBox="1"/>
          <p:nvPr/>
        </p:nvSpPr>
        <p:spPr>
          <a:xfrm>
            <a:off x="842963" y="2466975"/>
            <a:ext cx="3199805" cy="94833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None/>
            </a:pPr>
            <a:r>
              <a:rPr lang="en-GB" sz="2100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Click to edit Picture Title</a:t>
            </a:r>
            <a:endParaRPr sz="1100"/>
          </a:p>
          <a:p>
            <a:pPr indent="-34290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Click to add text content</a:t>
            </a:r>
            <a:endParaRPr sz="1100"/>
          </a:p>
        </p:txBody>
      </p:sp>
      <p:sp>
        <p:nvSpPr>
          <p:cNvPr id="371" name="Google Shape;371;p49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9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3" name="Google Shape;373;p49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4" name="Google Shape;374;p49"/>
          <p:cNvSpPr/>
          <p:nvPr>
            <p:ph idx="2" type="pic"/>
          </p:nvPr>
        </p:nvSpPr>
        <p:spPr>
          <a:xfrm>
            <a:off x="4104400" y="1919288"/>
            <a:ext cx="4196638" cy="230378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49"/>
          <p:cNvSpPr txBox="1"/>
          <p:nvPr>
            <p:ph idx="1" type="body"/>
          </p:nvPr>
        </p:nvSpPr>
        <p:spPr>
          <a:xfrm>
            <a:off x="842963" y="916564"/>
            <a:ext cx="3826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0"/>
          <p:cNvSpPr txBox="1"/>
          <p:nvPr/>
        </p:nvSpPr>
        <p:spPr>
          <a:xfrm>
            <a:off x="842963" y="2466975"/>
            <a:ext cx="3199805" cy="94833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None/>
            </a:pPr>
            <a:r>
              <a:rPr lang="en-GB" sz="2100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Click to edit Picture Title</a:t>
            </a:r>
            <a:endParaRPr sz="1100"/>
          </a:p>
          <a:p>
            <a:pPr indent="-34290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Click to add text content</a:t>
            </a:r>
            <a:endParaRPr sz="1100"/>
          </a:p>
        </p:txBody>
      </p:sp>
      <p:sp>
        <p:nvSpPr>
          <p:cNvPr id="378" name="Google Shape;378;p50"/>
          <p:cNvSpPr/>
          <p:nvPr>
            <p:ph idx="2" type="media"/>
          </p:nvPr>
        </p:nvSpPr>
        <p:spPr>
          <a:xfrm>
            <a:off x="4100513" y="1919288"/>
            <a:ext cx="4200525" cy="23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9" name="Google Shape;379;p50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0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1" name="Google Shape;381;p50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2" name="Google Shape;382;p50"/>
          <p:cNvSpPr txBox="1"/>
          <p:nvPr>
            <p:ph idx="1" type="body"/>
          </p:nvPr>
        </p:nvSpPr>
        <p:spPr>
          <a:xfrm>
            <a:off x="842963" y="916564"/>
            <a:ext cx="3826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1"/>
          <p:cNvSpPr txBox="1"/>
          <p:nvPr>
            <p:ph idx="1" type="body"/>
          </p:nvPr>
        </p:nvSpPr>
        <p:spPr>
          <a:xfrm>
            <a:off x="842963" y="1865711"/>
            <a:ext cx="3558374" cy="22195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5" name="Google Shape;385;p51"/>
          <p:cNvSpPr/>
          <p:nvPr>
            <p:ph idx="2" type="pic"/>
          </p:nvPr>
        </p:nvSpPr>
        <p:spPr>
          <a:xfrm>
            <a:off x="4742666" y="1873123"/>
            <a:ext cx="3810785" cy="2212181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1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1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8" name="Google Shape;388;p51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9" name="Google Shape;389;p51"/>
          <p:cNvSpPr txBox="1"/>
          <p:nvPr>
            <p:ph idx="3" type="body"/>
          </p:nvPr>
        </p:nvSpPr>
        <p:spPr>
          <a:xfrm>
            <a:off x="842963" y="916564"/>
            <a:ext cx="3826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2"/>
          <p:cNvSpPr txBox="1"/>
          <p:nvPr>
            <p:ph idx="1" type="body"/>
          </p:nvPr>
        </p:nvSpPr>
        <p:spPr>
          <a:xfrm>
            <a:off x="842963" y="1846660"/>
            <a:ext cx="3576638" cy="24407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2" name="Google Shape;392;p52"/>
          <p:cNvSpPr txBox="1"/>
          <p:nvPr>
            <p:ph idx="2" type="body"/>
          </p:nvPr>
        </p:nvSpPr>
        <p:spPr>
          <a:xfrm>
            <a:off x="4921026" y="1846660"/>
            <a:ext cx="3413349" cy="24407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3" name="Google Shape;393;p52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2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5" name="Google Shape;395;p52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6" name="Google Shape;396;p52"/>
          <p:cNvSpPr txBox="1"/>
          <p:nvPr>
            <p:ph idx="3" type="body"/>
          </p:nvPr>
        </p:nvSpPr>
        <p:spPr>
          <a:xfrm>
            <a:off x="842963" y="916564"/>
            <a:ext cx="3826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3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3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0" name="Google Shape;400;p53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1" name="Google Shape;401;p53"/>
          <p:cNvSpPr txBox="1"/>
          <p:nvPr>
            <p:ph idx="1" type="body"/>
          </p:nvPr>
        </p:nvSpPr>
        <p:spPr>
          <a:xfrm>
            <a:off x="825558" y="1846660"/>
            <a:ext cx="2305060" cy="3600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2" name="Google Shape;402;p53"/>
          <p:cNvSpPr txBox="1"/>
          <p:nvPr>
            <p:ph idx="2" type="body"/>
          </p:nvPr>
        </p:nvSpPr>
        <p:spPr>
          <a:xfrm>
            <a:off x="3418900" y="1846660"/>
            <a:ext cx="2305060" cy="3600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3" name="Google Shape;403;p53"/>
          <p:cNvSpPr txBox="1"/>
          <p:nvPr>
            <p:ph idx="3" type="body"/>
          </p:nvPr>
        </p:nvSpPr>
        <p:spPr>
          <a:xfrm>
            <a:off x="6013381" y="1846660"/>
            <a:ext cx="2305060" cy="3600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4" name="Google Shape;404;p53"/>
          <p:cNvSpPr txBox="1"/>
          <p:nvPr>
            <p:ph idx="4" type="body"/>
          </p:nvPr>
        </p:nvSpPr>
        <p:spPr>
          <a:xfrm>
            <a:off x="825558" y="2389065"/>
            <a:ext cx="23050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5" name="Google Shape;405;p53"/>
          <p:cNvSpPr txBox="1"/>
          <p:nvPr>
            <p:ph idx="5" type="body"/>
          </p:nvPr>
        </p:nvSpPr>
        <p:spPr>
          <a:xfrm>
            <a:off x="3418900" y="2389065"/>
            <a:ext cx="23050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6" name="Google Shape;406;p53"/>
          <p:cNvSpPr txBox="1"/>
          <p:nvPr>
            <p:ph idx="6" type="body"/>
          </p:nvPr>
        </p:nvSpPr>
        <p:spPr>
          <a:xfrm>
            <a:off x="6013381" y="2389065"/>
            <a:ext cx="23050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7" name="Google Shape;407;p53"/>
          <p:cNvSpPr txBox="1"/>
          <p:nvPr>
            <p:ph idx="7" type="body"/>
          </p:nvPr>
        </p:nvSpPr>
        <p:spPr>
          <a:xfrm>
            <a:off x="842963" y="916564"/>
            <a:ext cx="3826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4"/>
          <p:cNvSpPr txBox="1"/>
          <p:nvPr>
            <p:ph idx="1" type="body"/>
          </p:nvPr>
        </p:nvSpPr>
        <p:spPr>
          <a:xfrm>
            <a:off x="842962" y="1879996"/>
            <a:ext cx="7743826" cy="23719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0" name="Google Shape;410;p54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54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2" name="Google Shape;412;p54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3" name="Google Shape;413;p54"/>
          <p:cNvSpPr txBox="1"/>
          <p:nvPr>
            <p:ph idx="2" type="body"/>
          </p:nvPr>
        </p:nvSpPr>
        <p:spPr>
          <a:xfrm>
            <a:off x="842963" y="916564"/>
            <a:ext cx="3826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5"/>
          <p:cNvSpPr/>
          <p:nvPr>
            <p:ph idx="2" type="pic"/>
          </p:nvPr>
        </p:nvSpPr>
        <p:spPr>
          <a:xfrm>
            <a:off x="5363418" y="1615946"/>
            <a:ext cx="2185144" cy="2445197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55"/>
          <p:cNvSpPr txBox="1"/>
          <p:nvPr>
            <p:ph idx="1" type="body"/>
          </p:nvPr>
        </p:nvSpPr>
        <p:spPr>
          <a:xfrm>
            <a:off x="7679306" y="3421235"/>
            <a:ext cx="833432" cy="65094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7" name="Google Shape;417;p55"/>
          <p:cNvSpPr/>
          <p:nvPr>
            <p:ph idx="3" type="pic"/>
          </p:nvPr>
        </p:nvSpPr>
        <p:spPr>
          <a:xfrm>
            <a:off x="1014413" y="1921126"/>
            <a:ext cx="903895" cy="903840"/>
          </a:xfrm>
          <a:prstGeom prst="ellipse">
            <a:avLst/>
          </a:prstGeom>
          <a:noFill/>
          <a:ln>
            <a:noFill/>
          </a:ln>
        </p:spPr>
      </p:sp>
      <p:sp>
        <p:nvSpPr>
          <p:cNvPr id="418" name="Google Shape;418;p55"/>
          <p:cNvSpPr/>
          <p:nvPr>
            <p:ph idx="4" type="pic"/>
          </p:nvPr>
        </p:nvSpPr>
        <p:spPr>
          <a:xfrm>
            <a:off x="2453552" y="1921126"/>
            <a:ext cx="903895" cy="903840"/>
          </a:xfrm>
          <a:prstGeom prst="ellipse">
            <a:avLst/>
          </a:prstGeom>
          <a:noFill/>
          <a:ln>
            <a:noFill/>
          </a:ln>
        </p:spPr>
      </p:sp>
      <p:sp>
        <p:nvSpPr>
          <p:cNvPr id="419" name="Google Shape;419;p55"/>
          <p:cNvSpPr/>
          <p:nvPr>
            <p:ph idx="5" type="pic"/>
          </p:nvPr>
        </p:nvSpPr>
        <p:spPr>
          <a:xfrm>
            <a:off x="3885124" y="1921126"/>
            <a:ext cx="903895" cy="90384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0" name="Google Shape;420;p55"/>
          <p:cNvSpPr txBox="1"/>
          <p:nvPr>
            <p:ph idx="6" type="body"/>
          </p:nvPr>
        </p:nvSpPr>
        <p:spPr>
          <a:xfrm>
            <a:off x="756991" y="2977071"/>
            <a:ext cx="1418735" cy="7679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1" name="Google Shape;421;p55"/>
          <p:cNvSpPr txBox="1"/>
          <p:nvPr>
            <p:ph idx="7" type="body"/>
          </p:nvPr>
        </p:nvSpPr>
        <p:spPr>
          <a:xfrm>
            <a:off x="2192348" y="2977071"/>
            <a:ext cx="1418735" cy="7679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2" name="Google Shape;422;p55"/>
          <p:cNvSpPr txBox="1"/>
          <p:nvPr>
            <p:ph idx="8" type="body"/>
          </p:nvPr>
        </p:nvSpPr>
        <p:spPr>
          <a:xfrm>
            <a:off x="3627703" y="2977071"/>
            <a:ext cx="1418735" cy="7679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3" name="Google Shape;423;p55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55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5" name="Google Shape;425;p55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6" name="Google Shape;426;p55"/>
          <p:cNvSpPr txBox="1"/>
          <p:nvPr>
            <p:ph idx="9" type="body"/>
          </p:nvPr>
        </p:nvSpPr>
        <p:spPr>
          <a:xfrm>
            <a:off x="842963" y="916564"/>
            <a:ext cx="3826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6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56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0" name="Google Shape;430;p56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1" name="Google Shape;431;p56"/>
          <p:cNvSpPr/>
          <p:nvPr>
            <p:ph idx="2" type="pic"/>
          </p:nvPr>
        </p:nvSpPr>
        <p:spPr>
          <a:xfrm>
            <a:off x="1109854" y="1528695"/>
            <a:ext cx="726163" cy="726119"/>
          </a:xfrm>
          <a:prstGeom prst="ellipse">
            <a:avLst/>
          </a:prstGeom>
          <a:noFill/>
          <a:ln>
            <a:noFill/>
          </a:ln>
        </p:spPr>
      </p:sp>
      <p:sp>
        <p:nvSpPr>
          <p:cNvPr id="432" name="Google Shape;432;p56"/>
          <p:cNvSpPr/>
          <p:nvPr>
            <p:ph idx="3" type="pic"/>
          </p:nvPr>
        </p:nvSpPr>
        <p:spPr>
          <a:xfrm>
            <a:off x="2676659" y="1528695"/>
            <a:ext cx="726163" cy="726119"/>
          </a:xfrm>
          <a:prstGeom prst="ellipse">
            <a:avLst/>
          </a:prstGeom>
          <a:noFill/>
          <a:ln>
            <a:noFill/>
          </a:ln>
        </p:spPr>
      </p:sp>
      <p:sp>
        <p:nvSpPr>
          <p:cNvPr id="433" name="Google Shape;433;p56"/>
          <p:cNvSpPr/>
          <p:nvPr>
            <p:ph idx="4" type="pic"/>
          </p:nvPr>
        </p:nvSpPr>
        <p:spPr>
          <a:xfrm>
            <a:off x="4300661" y="1528695"/>
            <a:ext cx="726163" cy="726119"/>
          </a:xfrm>
          <a:prstGeom prst="ellipse">
            <a:avLst/>
          </a:prstGeom>
          <a:noFill/>
          <a:ln>
            <a:noFill/>
          </a:ln>
        </p:spPr>
      </p:sp>
      <p:sp>
        <p:nvSpPr>
          <p:cNvPr id="434" name="Google Shape;434;p56"/>
          <p:cNvSpPr txBox="1"/>
          <p:nvPr>
            <p:ph idx="1" type="body"/>
          </p:nvPr>
        </p:nvSpPr>
        <p:spPr>
          <a:xfrm>
            <a:off x="847009" y="2341493"/>
            <a:ext cx="1275676" cy="6017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5" name="Google Shape;435;p56"/>
          <p:cNvSpPr txBox="1"/>
          <p:nvPr>
            <p:ph idx="5" type="body"/>
          </p:nvPr>
        </p:nvSpPr>
        <p:spPr>
          <a:xfrm>
            <a:off x="2435364" y="2341493"/>
            <a:ext cx="1275677" cy="6017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6" name="Google Shape;436;p56"/>
          <p:cNvSpPr txBox="1"/>
          <p:nvPr>
            <p:ph idx="6" type="body"/>
          </p:nvPr>
        </p:nvSpPr>
        <p:spPr>
          <a:xfrm>
            <a:off x="4024580" y="2341493"/>
            <a:ext cx="1275677" cy="6017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7" name="Google Shape;437;p56"/>
          <p:cNvSpPr txBox="1"/>
          <p:nvPr>
            <p:ph idx="7" type="body"/>
          </p:nvPr>
        </p:nvSpPr>
        <p:spPr>
          <a:xfrm>
            <a:off x="5857740" y="1728200"/>
            <a:ext cx="2442221" cy="5099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8" name="Google Shape;438;p56"/>
          <p:cNvSpPr txBox="1"/>
          <p:nvPr>
            <p:ph idx="8" type="body"/>
          </p:nvPr>
        </p:nvSpPr>
        <p:spPr>
          <a:xfrm>
            <a:off x="5857740" y="2401531"/>
            <a:ext cx="2442221" cy="14869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9" name="Google Shape;439;p56"/>
          <p:cNvSpPr/>
          <p:nvPr>
            <p:ph idx="9" type="pic"/>
          </p:nvPr>
        </p:nvSpPr>
        <p:spPr>
          <a:xfrm>
            <a:off x="1109854" y="3099925"/>
            <a:ext cx="726163" cy="726118"/>
          </a:xfrm>
          <a:prstGeom prst="ellipse">
            <a:avLst/>
          </a:prstGeom>
          <a:noFill/>
          <a:ln>
            <a:noFill/>
          </a:ln>
        </p:spPr>
      </p:sp>
      <p:sp>
        <p:nvSpPr>
          <p:cNvPr id="440" name="Google Shape;440;p56"/>
          <p:cNvSpPr/>
          <p:nvPr>
            <p:ph idx="13" type="pic"/>
          </p:nvPr>
        </p:nvSpPr>
        <p:spPr>
          <a:xfrm>
            <a:off x="2676659" y="3099925"/>
            <a:ext cx="726163" cy="726118"/>
          </a:xfrm>
          <a:prstGeom prst="ellipse">
            <a:avLst/>
          </a:prstGeom>
          <a:noFill/>
          <a:ln>
            <a:noFill/>
          </a:ln>
        </p:spPr>
      </p:sp>
      <p:sp>
        <p:nvSpPr>
          <p:cNvPr id="441" name="Google Shape;441;p56"/>
          <p:cNvSpPr/>
          <p:nvPr>
            <p:ph idx="14" type="pic"/>
          </p:nvPr>
        </p:nvSpPr>
        <p:spPr>
          <a:xfrm>
            <a:off x="4300661" y="3099925"/>
            <a:ext cx="726163" cy="726118"/>
          </a:xfrm>
          <a:prstGeom prst="ellipse">
            <a:avLst/>
          </a:prstGeom>
          <a:noFill/>
          <a:ln>
            <a:noFill/>
          </a:ln>
        </p:spPr>
      </p:sp>
      <p:sp>
        <p:nvSpPr>
          <p:cNvPr id="442" name="Google Shape;442;p56"/>
          <p:cNvSpPr txBox="1"/>
          <p:nvPr>
            <p:ph idx="15" type="body"/>
          </p:nvPr>
        </p:nvSpPr>
        <p:spPr>
          <a:xfrm>
            <a:off x="847009" y="3918956"/>
            <a:ext cx="1275676" cy="6017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3" name="Google Shape;443;p56"/>
          <p:cNvSpPr txBox="1"/>
          <p:nvPr>
            <p:ph idx="16" type="body"/>
          </p:nvPr>
        </p:nvSpPr>
        <p:spPr>
          <a:xfrm>
            <a:off x="2435364" y="3918956"/>
            <a:ext cx="1275677" cy="6017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4" name="Google Shape;444;p56"/>
          <p:cNvSpPr txBox="1"/>
          <p:nvPr>
            <p:ph idx="17" type="body"/>
          </p:nvPr>
        </p:nvSpPr>
        <p:spPr>
          <a:xfrm>
            <a:off x="4024580" y="3918956"/>
            <a:ext cx="1275677" cy="6017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5" name="Google Shape;445;p56"/>
          <p:cNvSpPr txBox="1"/>
          <p:nvPr>
            <p:ph idx="18" type="body"/>
          </p:nvPr>
        </p:nvSpPr>
        <p:spPr>
          <a:xfrm>
            <a:off x="842963" y="916564"/>
            <a:ext cx="3826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7"/>
          <p:cNvSpPr/>
          <p:nvPr>
            <p:ph idx="2" type="pic"/>
          </p:nvPr>
        </p:nvSpPr>
        <p:spPr>
          <a:xfrm>
            <a:off x="609600" y="938213"/>
            <a:ext cx="3817991" cy="2395538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7"/>
          <p:cNvSpPr txBox="1"/>
          <p:nvPr>
            <p:ph idx="1" type="body"/>
          </p:nvPr>
        </p:nvSpPr>
        <p:spPr>
          <a:xfrm>
            <a:off x="602227" y="3429745"/>
            <a:ext cx="3817991" cy="3231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9" name="Google Shape;449;p57"/>
          <p:cNvSpPr txBox="1"/>
          <p:nvPr>
            <p:ph idx="3" type="body"/>
          </p:nvPr>
        </p:nvSpPr>
        <p:spPr>
          <a:xfrm>
            <a:off x="4731007" y="3429745"/>
            <a:ext cx="3817991" cy="3231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0" name="Google Shape;450;p57"/>
          <p:cNvSpPr/>
          <p:nvPr>
            <p:ph idx="4" type="pic"/>
          </p:nvPr>
        </p:nvSpPr>
        <p:spPr>
          <a:xfrm>
            <a:off x="4731007" y="938213"/>
            <a:ext cx="3817991" cy="2395538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7"/>
          <p:cNvSpPr txBox="1"/>
          <p:nvPr>
            <p:ph idx="5" type="body"/>
          </p:nvPr>
        </p:nvSpPr>
        <p:spPr>
          <a:xfrm>
            <a:off x="602227" y="3758357"/>
            <a:ext cx="3817991" cy="3231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2" name="Google Shape;452;p57"/>
          <p:cNvSpPr txBox="1"/>
          <p:nvPr>
            <p:ph idx="6" type="body"/>
          </p:nvPr>
        </p:nvSpPr>
        <p:spPr>
          <a:xfrm>
            <a:off x="4731007" y="3758357"/>
            <a:ext cx="3817991" cy="3231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3" name="Google Shape;453;p57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57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5" name="Google Shape;455;p57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8"/>
          <p:cNvSpPr/>
          <p:nvPr>
            <p:ph idx="2" type="pic"/>
          </p:nvPr>
        </p:nvSpPr>
        <p:spPr>
          <a:xfrm>
            <a:off x="871538" y="938213"/>
            <a:ext cx="6667500" cy="2395536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8"/>
          <p:cNvSpPr txBox="1"/>
          <p:nvPr>
            <p:ph idx="1" type="body"/>
          </p:nvPr>
        </p:nvSpPr>
        <p:spPr>
          <a:xfrm>
            <a:off x="746549" y="3429745"/>
            <a:ext cx="3673669" cy="3231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9" name="Google Shape;459;p58"/>
          <p:cNvSpPr txBox="1"/>
          <p:nvPr>
            <p:ph idx="3" type="body"/>
          </p:nvPr>
        </p:nvSpPr>
        <p:spPr>
          <a:xfrm>
            <a:off x="746549" y="3758357"/>
            <a:ext cx="3673669" cy="3231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0" name="Google Shape;460;p58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58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2" name="Google Shape;462;p58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43.xml"/><Relationship Id="rId6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5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F3F3F"/>
            </a:gs>
            <a:gs pos="74000">
              <a:schemeClr val="dk1"/>
            </a:gs>
            <a:gs pos="100000">
              <a:schemeClr val="dk1"/>
            </a:gs>
          </a:gsLst>
          <a:lin ang="2700006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2126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7"/>
          <p:cNvSpPr/>
          <p:nvPr/>
        </p:nvSpPr>
        <p:spPr>
          <a:xfrm>
            <a:off x="272183" y="273248"/>
            <a:ext cx="8599633" cy="4597004"/>
          </a:xfrm>
          <a:prstGeom prst="roundRect">
            <a:avLst>
              <a:gd fmla="val 1853" name="adj"/>
            </a:avLst>
          </a:prstGeom>
          <a:solidFill>
            <a:schemeClr val="lt1"/>
          </a:solidFill>
          <a:ln>
            <a:noFill/>
          </a:ln>
          <a:effectLst>
            <a:outerShdw blurRad="292100" sx="102000" rotWithShape="0" algn="ctr" sy="102000">
              <a:schemeClr val="dk1">
                <a:alpha val="31764"/>
              </a:scheme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ma, Flecha&#10;&#10;Descripción generada automáticamente" id="366" name="Google Shape;366;p4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68181" y="414514"/>
            <a:ext cx="212869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7" name="Google Shape;367;p47"/>
          <p:cNvCxnSpPr/>
          <p:nvPr/>
        </p:nvCxnSpPr>
        <p:spPr>
          <a:xfrm>
            <a:off x="842963" y="596841"/>
            <a:ext cx="7775014" cy="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F3F3F"/>
            </a:gs>
            <a:gs pos="74000">
              <a:schemeClr val="dk1"/>
            </a:gs>
            <a:gs pos="100000">
              <a:schemeClr val="dk1"/>
            </a:gs>
          </a:gsLst>
          <a:lin ang="13500000" scaled="0"/>
        </a:gra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9"/>
          <p:cNvSpPr txBox="1"/>
          <p:nvPr>
            <p:ph type="title"/>
          </p:nvPr>
        </p:nvSpPr>
        <p:spPr>
          <a:xfrm>
            <a:off x="628650" y="1774224"/>
            <a:ext cx="49638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eague Spartan"/>
              <a:buNone/>
            </a:pPr>
            <a:r>
              <a:rPr lang="en-GB"/>
              <a:t>Click here to change the Main Presentation Title</a:t>
            </a:r>
            <a:endParaRPr/>
          </a:p>
        </p:txBody>
      </p:sp>
      <p:sp>
        <p:nvSpPr>
          <p:cNvPr id="469" name="Google Shape;469;p59"/>
          <p:cNvSpPr txBox="1"/>
          <p:nvPr>
            <p:ph idx="1" type="body"/>
          </p:nvPr>
        </p:nvSpPr>
        <p:spPr>
          <a:xfrm>
            <a:off x="628649" y="3325010"/>
            <a:ext cx="45898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2225"/>
              </a:buClr>
              <a:buSzPts val="2100"/>
              <a:buNone/>
            </a:pPr>
            <a:r>
              <a:rPr lang="en-GB"/>
              <a:t>Click here to edit / add subtitle</a:t>
            </a:r>
            <a:endParaRPr/>
          </a:p>
        </p:txBody>
      </p:sp>
      <p:sp>
        <p:nvSpPr>
          <p:cNvPr id="470" name="Google Shape;470;p59"/>
          <p:cNvSpPr txBox="1"/>
          <p:nvPr>
            <p:ph idx="2" type="body"/>
          </p:nvPr>
        </p:nvSpPr>
        <p:spPr>
          <a:xfrm>
            <a:off x="628650" y="4478784"/>
            <a:ext cx="2443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GB" sz="1500"/>
              <a:t>Insert name here</a:t>
            </a:r>
            <a:endParaRPr sz="1500"/>
          </a:p>
        </p:txBody>
      </p:sp>
      <p:sp>
        <p:nvSpPr>
          <p:cNvPr id="471" name="Google Shape;471;p59"/>
          <p:cNvSpPr txBox="1"/>
          <p:nvPr>
            <p:ph idx="3" type="body"/>
          </p:nvPr>
        </p:nvSpPr>
        <p:spPr>
          <a:xfrm>
            <a:off x="6302086" y="615898"/>
            <a:ext cx="2443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Insert Date Here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0"/>
          <p:cNvSpPr/>
          <p:nvPr/>
        </p:nvSpPr>
        <p:spPr>
          <a:xfrm>
            <a:off x="2035579" y="3103744"/>
            <a:ext cx="6490161" cy="1609574"/>
          </a:xfrm>
          <a:prstGeom prst="roundRect">
            <a:avLst>
              <a:gd fmla="val 30000" name="adj"/>
            </a:avLst>
          </a:prstGeom>
          <a:solidFill>
            <a:schemeClr val="lt1"/>
          </a:solidFill>
          <a:ln>
            <a:noFill/>
          </a:ln>
          <a:effectLst>
            <a:outerShdw blurRad="279400" rotWithShape="0" algn="l" dir="10260000" dist="317500">
              <a:srgbClr val="757070">
                <a:alpha val="26666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60"/>
          <p:cNvSpPr/>
          <p:nvPr/>
        </p:nvSpPr>
        <p:spPr>
          <a:xfrm>
            <a:off x="1895303" y="1122219"/>
            <a:ext cx="6490161" cy="1609573"/>
          </a:xfrm>
          <a:prstGeom prst="roundRect">
            <a:avLst>
              <a:gd fmla="val 30000" name="adj"/>
            </a:avLst>
          </a:prstGeom>
          <a:solidFill>
            <a:schemeClr val="lt1"/>
          </a:solidFill>
          <a:ln>
            <a:noFill/>
          </a:ln>
          <a:effectLst>
            <a:outerShdw blurRad="279400" rotWithShape="0" algn="l" dist="317500">
              <a:srgbClr val="757070">
                <a:alpha val="26666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60"/>
          <p:cNvSpPr txBox="1"/>
          <p:nvPr/>
        </p:nvSpPr>
        <p:spPr>
          <a:xfrm rot="-5400000">
            <a:off x="-759967" y="2574869"/>
            <a:ext cx="3591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2126"/>
              </a:buClr>
              <a:buSzPts val="4500"/>
              <a:buFont typeface="Noto Sans Symbols"/>
              <a:buNone/>
            </a:pPr>
            <a:r>
              <a:rPr b="0" i="0" lang="en-GB" sz="4500" u="none" cap="none" strike="noStrike">
                <a:solidFill>
                  <a:srgbClr val="EEB3B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  <a:endParaRPr sz="1100"/>
          </a:p>
        </p:txBody>
      </p:sp>
      <p:sp>
        <p:nvSpPr>
          <p:cNvPr id="480" name="Google Shape;480;p60"/>
          <p:cNvSpPr txBox="1"/>
          <p:nvPr/>
        </p:nvSpPr>
        <p:spPr>
          <a:xfrm>
            <a:off x="2368088" y="1244288"/>
            <a:ext cx="792826" cy="5262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Open Sans ExtraBold"/>
              <a:buNone/>
            </a:pPr>
            <a:r>
              <a:rPr b="0" i="0" lang="en-GB" sz="3300" u="none" cap="none" strike="noStrike">
                <a:solidFill>
                  <a:srgbClr val="C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01</a:t>
            </a:r>
            <a:endParaRPr b="0" i="0" sz="3300" u="none" cap="none" strike="noStrike">
              <a:solidFill>
                <a:srgbClr val="C00000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481" name="Google Shape;481;p60"/>
          <p:cNvSpPr txBox="1"/>
          <p:nvPr/>
        </p:nvSpPr>
        <p:spPr>
          <a:xfrm>
            <a:off x="2368088" y="1762600"/>
            <a:ext cx="1602925" cy="10756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Noto Sans Symbols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Clich here and change the Text</a:t>
            </a:r>
            <a:endParaRPr b="0" i="0" sz="18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82" name="Google Shape;482;p60"/>
          <p:cNvSpPr txBox="1"/>
          <p:nvPr/>
        </p:nvSpPr>
        <p:spPr>
          <a:xfrm>
            <a:off x="2368088" y="3245577"/>
            <a:ext cx="792826" cy="5262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300"/>
              <a:buFont typeface="Open Sans ExtraBold"/>
              <a:buNone/>
            </a:pPr>
            <a:r>
              <a:rPr b="0" i="0" lang="en-GB" sz="3300" u="none" cap="none" strike="noStrike">
                <a:solidFill>
                  <a:srgbClr val="3A3838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04</a:t>
            </a:r>
            <a:endParaRPr b="0" i="0" sz="3300" u="none" cap="none" strike="noStrike">
              <a:solidFill>
                <a:srgbClr val="3A3838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483" name="Google Shape;483;p60"/>
          <p:cNvSpPr txBox="1"/>
          <p:nvPr/>
        </p:nvSpPr>
        <p:spPr>
          <a:xfrm>
            <a:off x="2368088" y="3763889"/>
            <a:ext cx="1602926" cy="10756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Noto Sans Symbols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Clich here and change the Text</a:t>
            </a:r>
            <a:endParaRPr b="0" i="0" sz="18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84" name="Google Shape;484;p60"/>
          <p:cNvSpPr txBox="1"/>
          <p:nvPr/>
        </p:nvSpPr>
        <p:spPr>
          <a:xfrm>
            <a:off x="4494068" y="1244288"/>
            <a:ext cx="792826" cy="5262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300"/>
              <a:buFont typeface="Open Sans ExtraBold"/>
              <a:buNone/>
            </a:pPr>
            <a:r>
              <a:rPr b="0" i="0" lang="en-GB" sz="3300" u="none" cap="none" strike="noStrike">
                <a:solidFill>
                  <a:srgbClr val="3A3838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02</a:t>
            </a:r>
            <a:endParaRPr b="0" i="0" sz="3300" u="none" cap="none" strike="noStrike">
              <a:solidFill>
                <a:srgbClr val="3A3838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485" name="Google Shape;485;p60"/>
          <p:cNvSpPr txBox="1"/>
          <p:nvPr/>
        </p:nvSpPr>
        <p:spPr>
          <a:xfrm>
            <a:off x="4494068" y="1762600"/>
            <a:ext cx="1565911" cy="10756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Noto Sans Symbols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Clich here and change the Text</a:t>
            </a:r>
            <a:endParaRPr b="0" i="0" sz="18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86" name="Google Shape;486;p60"/>
          <p:cNvSpPr txBox="1"/>
          <p:nvPr/>
        </p:nvSpPr>
        <p:spPr>
          <a:xfrm>
            <a:off x="4494068" y="3245577"/>
            <a:ext cx="792826" cy="5262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Open Sans ExtraBold"/>
              <a:buNone/>
            </a:pPr>
            <a:r>
              <a:rPr b="0" i="0" lang="en-GB" sz="3300" u="none" cap="none" strike="noStrike">
                <a:solidFill>
                  <a:srgbClr val="C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05</a:t>
            </a:r>
            <a:endParaRPr b="0" i="0" sz="3300" u="none" cap="none" strike="noStrike">
              <a:solidFill>
                <a:srgbClr val="C00000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487" name="Google Shape;487;p60"/>
          <p:cNvSpPr txBox="1"/>
          <p:nvPr/>
        </p:nvSpPr>
        <p:spPr>
          <a:xfrm>
            <a:off x="4494068" y="3763889"/>
            <a:ext cx="1565911" cy="10756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Noto Sans Symbols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Clich here and change the Text</a:t>
            </a:r>
            <a:endParaRPr b="0" i="0" sz="18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88" name="Google Shape;488;p60"/>
          <p:cNvSpPr txBox="1"/>
          <p:nvPr/>
        </p:nvSpPr>
        <p:spPr>
          <a:xfrm>
            <a:off x="6626282" y="1244288"/>
            <a:ext cx="792826" cy="5262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Open Sans ExtraBold"/>
              <a:buNone/>
            </a:pPr>
            <a:r>
              <a:rPr b="0" i="0" lang="en-GB" sz="3300" u="none" cap="none" strike="noStrike">
                <a:solidFill>
                  <a:srgbClr val="C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03</a:t>
            </a:r>
            <a:endParaRPr b="0" i="0" sz="3300" u="none" cap="none" strike="noStrike">
              <a:solidFill>
                <a:srgbClr val="C00000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489" name="Google Shape;489;p60"/>
          <p:cNvSpPr txBox="1"/>
          <p:nvPr/>
        </p:nvSpPr>
        <p:spPr>
          <a:xfrm>
            <a:off x="6626282" y="1762600"/>
            <a:ext cx="1453688" cy="10756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Noto Sans Symbols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Clich here and change the Text</a:t>
            </a:r>
            <a:endParaRPr b="0" i="0" sz="18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90" name="Google Shape;490;p60"/>
          <p:cNvSpPr txBox="1"/>
          <p:nvPr/>
        </p:nvSpPr>
        <p:spPr>
          <a:xfrm>
            <a:off x="6626282" y="3245577"/>
            <a:ext cx="792826" cy="5262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300"/>
              <a:buFont typeface="Open Sans ExtraBold"/>
              <a:buNone/>
            </a:pPr>
            <a:r>
              <a:rPr b="0" i="0" lang="en-GB" sz="3300" u="none" cap="none" strike="noStrike">
                <a:solidFill>
                  <a:srgbClr val="3A3838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06</a:t>
            </a:r>
            <a:endParaRPr b="0" i="0" sz="3300" u="none" cap="none" strike="noStrike">
              <a:solidFill>
                <a:srgbClr val="3A3838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491" name="Google Shape;491;p60"/>
          <p:cNvSpPr txBox="1"/>
          <p:nvPr/>
        </p:nvSpPr>
        <p:spPr>
          <a:xfrm>
            <a:off x="6626283" y="3763889"/>
            <a:ext cx="1628256" cy="10756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Noto Sans Symbols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Clich here and change the Text</a:t>
            </a:r>
            <a:endParaRPr b="0" i="0" sz="18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1"/>
          <p:cNvSpPr txBox="1"/>
          <p:nvPr>
            <p:ph type="title"/>
          </p:nvPr>
        </p:nvSpPr>
        <p:spPr>
          <a:xfrm>
            <a:off x="628650" y="2460024"/>
            <a:ext cx="39432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League Spartan"/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498" name="Google Shape;498;p61"/>
          <p:cNvSpPr txBox="1"/>
          <p:nvPr>
            <p:ph idx="1" type="body"/>
          </p:nvPr>
        </p:nvSpPr>
        <p:spPr>
          <a:xfrm>
            <a:off x="628650" y="3720247"/>
            <a:ext cx="38790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>
                <a:solidFill>
                  <a:schemeClr val="lt1"/>
                </a:solidFill>
              </a:rPr>
              <a:t>Clich here and change the chapter title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2"/>
          <p:cNvSpPr/>
          <p:nvPr/>
        </p:nvSpPr>
        <p:spPr>
          <a:xfrm>
            <a:off x="8617976" y="4742763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62"/>
          <p:cNvSpPr txBox="1"/>
          <p:nvPr/>
        </p:nvSpPr>
        <p:spPr>
          <a:xfrm>
            <a:off x="8617976" y="4711847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62"/>
          <p:cNvSpPr txBox="1"/>
          <p:nvPr/>
        </p:nvSpPr>
        <p:spPr>
          <a:xfrm>
            <a:off x="6426200" y="4711847"/>
            <a:ext cx="214855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rights reserved | Swiss Cyber Institute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07" name="Google Shape;507;p62"/>
          <p:cNvSpPr/>
          <p:nvPr/>
        </p:nvSpPr>
        <p:spPr>
          <a:xfrm>
            <a:off x="8617976" y="4742763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62"/>
          <p:cNvSpPr txBox="1"/>
          <p:nvPr/>
        </p:nvSpPr>
        <p:spPr>
          <a:xfrm>
            <a:off x="8589003" y="4711847"/>
            <a:ext cx="269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3"/>
          <p:cNvSpPr/>
          <p:nvPr/>
        </p:nvSpPr>
        <p:spPr>
          <a:xfrm>
            <a:off x="8505812" y="4528051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63"/>
          <p:cNvSpPr txBox="1"/>
          <p:nvPr/>
        </p:nvSpPr>
        <p:spPr>
          <a:xfrm>
            <a:off x="8505812" y="4497134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63"/>
          <p:cNvSpPr txBox="1"/>
          <p:nvPr/>
        </p:nvSpPr>
        <p:spPr>
          <a:xfrm>
            <a:off x="6314036" y="4497134"/>
            <a:ext cx="214855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rights reserved | Swiss Cyber Institute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17" name="Google Shape;517;p63"/>
          <p:cNvSpPr/>
          <p:nvPr/>
        </p:nvSpPr>
        <p:spPr>
          <a:xfrm>
            <a:off x="8505812" y="4528051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63"/>
          <p:cNvSpPr txBox="1"/>
          <p:nvPr/>
        </p:nvSpPr>
        <p:spPr>
          <a:xfrm>
            <a:off x="8476839" y="4497134"/>
            <a:ext cx="269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 Backgraund_All text styl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ark Backgraund_All text styl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