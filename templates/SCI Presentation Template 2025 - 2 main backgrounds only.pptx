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  <p:sldMasterId id="2147483690" r:id="rId5"/>
    <p:sldMasterId id="2147483691" r:id="rId6"/>
  </p:sldMasterIdLst>
  <p:notesMasterIdLst>
    <p:notesMasterId r:id="rId7"/>
  </p:notesMasterIdLst>
  <p:sldIdLst>
    <p:sldId id="256" r:id="rId8"/>
    <p:sldId id="257" r:id="rId9"/>
  </p:sldIdLst>
  <p:sldSz cy="5143500" cx="9144000"/>
  <p:notesSz cx="6858000" cy="9144000"/>
  <p:embeddedFontLst>
    <p:embeddedFont>
      <p:font typeface="League Spartan"/>
      <p:regular r:id="rId10"/>
      <p:bold r:id="rId11"/>
    </p:embeddedFont>
    <p:embeddedFont>
      <p:font typeface="Open Sans SemiBold"/>
      <p:regular r:id="rId12"/>
      <p:bold r:id="rId13"/>
      <p:italic r:id="rId14"/>
      <p:boldItalic r:id="rId15"/>
    </p:embeddedFont>
    <p:embeddedFont>
      <p:font typeface="Open Sans Light"/>
      <p:regular r:id="rId16"/>
      <p:bold r:id="rId17"/>
      <p:italic r:id="rId18"/>
      <p:boldItalic r:id="rId19"/>
    </p:embeddedFont>
    <p:embeddedFont>
      <p:font typeface="Open Sans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font" Target="fonts/LeagueSpartan-bold.fntdata"/><Relationship Id="rId10" Type="http://schemas.openxmlformats.org/officeDocument/2006/relationships/font" Target="fonts/LeagueSpartan-regular.fntdata"/><Relationship Id="rId21" Type="http://schemas.openxmlformats.org/officeDocument/2006/relationships/font" Target="fonts/OpenSans-boldItalic.fntdata"/><Relationship Id="rId13" Type="http://schemas.openxmlformats.org/officeDocument/2006/relationships/font" Target="fonts/OpenSansSemiBold-bold.fntdata"/><Relationship Id="rId12" Type="http://schemas.openxmlformats.org/officeDocument/2006/relationships/font" Target="fonts/OpenSans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font" Target="fonts/OpenSansSemiBold-boldItalic.fntdata"/><Relationship Id="rId14" Type="http://schemas.openxmlformats.org/officeDocument/2006/relationships/font" Target="fonts/OpenSansSemiBold-italic.fntdata"/><Relationship Id="rId17" Type="http://schemas.openxmlformats.org/officeDocument/2006/relationships/font" Target="fonts/OpenSansLight-bold.fntdata"/><Relationship Id="rId16" Type="http://schemas.openxmlformats.org/officeDocument/2006/relationships/font" Target="fonts/OpenSansLight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OpenSansLight-boldItalic.fntdata"/><Relationship Id="rId6" Type="http://schemas.openxmlformats.org/officeDocument/2006/relationships/slideMaster" Target="slideMasters/slideMaster3.xml"/><Relationship Id="rId18" Type="http://schemas.openxmlformats.org/officeDocument/2006/relationships/font" Target="fonts/OpenSansLight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0ce31bb5e_2_3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b0ce31bb5e_2_3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Template for text + picture.</a:t>
            </a:r>
            <a:br>
              <a:rPr lang="en-GB"/>
            </a:br>
            <a:r>
              <a:rPr lang="en-GB"/>
              <a:t>All content can be modified as required</a:t>
            </a:r>
            <a:endParaRPr/>
          </a:p>
        </p:txBody>
      </p:sp>
      <p:sp>
        <p:nvSpPr>
          <p:cNvPr id="352" name="Google Shape;352;g3b0ce31bb5e_2_3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0ce31bb5e_2_4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b0ce31bb5e_2_4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Template for content in two columns.</a:t>
            </a:r>
            <a:endParaRPr/>
          </a:p>
        </p:txBody>
      </p:sp>
      <p:sp>
        <p:nvSpPr>
          <p:cNvPr id="362" name="Google Shape;362;g3b0ce31bb5e_2_4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_White Background">
  <p:cSld name="Blank Slide_White Background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, Flecha&#10;&#10;Descripción generada automáticamente" id="52" name="Google Shape;5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" name="Google Shape;53;p14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4" name="Google Shape;54;p14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os objetos">
  <p:cSld name="1_Dos objetos">
    <p:bg>
      <p:bgPr>
        <a:gradFill>
          <a:gsLst>
            <a:gs pos="0">
              <a:srgbClr val="3F3F3F"/>
            </a:gs>
            <a:gs pos="74000">
              <a:schemeClr val="dk1"/>
            </a:gs>
            <a:gs pos="100000">
              <a:schemeClr val="dk1"/>
            </a:gs>
          </a:gsLst>
          <a:lin ang="13500032" scaled="0"/>
        </a:gra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5"/>
          <p:cNvPicPr preferRelativeResize="0"/>
          <p:nvPr/>
        </p:nvPicPr>
        <p:blipFill rotWithShape="1">
          <a:blip r:embed="rId2">
            <a:alphaModFix/>
          </a:blip>
          <a:srcRect b="13412" l="90204" r="-4234" t="0"/>
          <a:stretch/>
        </p:blipFill>
        <p:spPr>
          <a:xfrm rot="10800000">
            <a:off x="3214670" y="689779"/>
            <a:ext cx="5929330" cy="4453721"/>
          </a:xfrm>
          <a:prstGeom prst="rect">
            <a:avLst/>
          </a:prstGeom>
          <a:noFill/>
          <a:ln>
            <a:noFill/>
          </a:ln>
          <a:effectLst>
            <a:outerShdw blurRad="304800" rotWithShape="0" algn="r" dir="10800000" dist="114300">
              <a:srgbClr val="000000">
                <a:alpha val="40000"/>
              </a:srgbClr>
            </a:outerShdw>
          </a:effectLst>
        </p:spPr>
      </p:pic>
      <p:sp>
        <p:nvSpPr>
          <p:cNvPr id="57" name="Google Shape;57;p15"/>
          <p:cNvSpPr txBox="1"/>
          <p:nvPr>
            <p:ph type="title"/>
          </p:nvPr>
        </p:nvSpPr>
        <p:spPr>
          <a:xfrm>
            <a:off x="628650" y="2460024"/>
            <a:ext cx="39432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League Spartan"/>
              <a:buNone/>
              <a:defRPr b="0" i="0" sz="5400" u="none" cap="none" strike="noStrike">
                <a:solidFill>
                  <a:srgbClr val="FF0000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pic>
        <p:nvPicPr>
          <p:cNvPr descr="Texto&#10;&#10;Descripción generada automáticamente" id="58" name="Google Shape;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288" y="498395"/>
            <a:ext cx="2485868" cy="7336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5"/>
          <p:cNvGrpSpPr/>
          <p:nvPr/>
        </p:nvGrpSpPr>
        <p:grpSpPr>
          <a:xfrm>
            <a:off x="7770302" y="4427221"/>
            <a:ext cx="885825" cy="352350"/>
            <a:chOff x="10360402" y="5902961"/>
            <a:chExt cx="1181100" cy="469800"/>
          </a:xfrm>
        </p:grpSpPr>
        <p:sp>
          <p:nvSpPr>
            <p:cNvPr id="60" name="Google Shape;60;p15"/>
            <p:cNvSpPr/>
            <p:nvPr/>
          </p:nvSpPr>
          <p:spPr>
            <a:xfrm>
              <a:off x="10360402" y="5902961"/>
              <a:ext cx="1181100" cy="469800"/>
            </a:xfrm>
            <a:prstGeom prst="roundRect">
              <a:avLst>
                <a:gd fmla="val 50000" name="adj"/>
              </a:avLst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" name="Google Shape;61;p15"/>
            <p:cNvCxnSpPr/>
            <p:nvPr/>
          </p:nvCxnSpPr>
          <p:spPr>
            <a:xfrm>
              <a:off x="10664962" y="6137911"/>
              <a:ext cx="5721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628650" y="3720247"/>
            <a:ext cx="35658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roposal">
  <p:cSld name="Cover proposal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0861" y="689780"/>
            <a:ext cx="2758742" cy="81413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6"/>
          <p:cNvSpPr txBox="1"/>
          <p:nvPr>
            <p:ph type="title"/>
          </p:nvPr>
        </p:nvSpPr>
        <p:spPr>
          <a:xfrm>
            <a:off x="628650" y="1774224"/>
            <a:ext cx="4590000" cy="13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eague Spartan"/>
              <a:buNone/>
              <a:defRPr sz="270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628649" y="3325010"/>
            <a:ext cx="459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None/>
              <a:defRPr b="0" i="0" sz="2100" u="none" cap="none" strike="noStrike">
                <a:solidFill>
                  <a:srgbClr val="F62225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2" type="body"/>
          </p:nvPr>
        </p:nvSpPr>
        <p:spPr>
          <a:xfrm>
            <a:off x="628650" y="4478784"/>
            <a:ext cx="24432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A red square with white text&#10;&#10;Description automatically generated" id="68" name="Google Shape;68;p16"/>
          <p:cNvPicPr preferRelativeResize="0"/>
          <p:nvPr/>
        </p:nvPicPr>
        <p:blipFill rotWithShape="1">
          <a:blip r:embed="rId3">
            <a:alphaModFix/>
          </a:blip>
          <a:srcRect b="0" l="80420" r="0" t="0"/>
          <a:stretch/>
        </p:blipFill>
        <p:spPr>
          <a:xfrm rot="10800000">
            <a:off x="4645602" y="0"/>
            <a:ext cx="4498398" cy="3339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6"/>
          <p:cNvPicPr preferRelativeResize="0"/>
          <p:nvPr/>
        </p:nvPicPr>
        <p:blipFill rotWithShape="1">
          <a:blip r:embed="rId4">
            <a:alphaModFix/>
          </a:blip>
          <a:srcRect b="13412" l="90204" r="-4234" t="0"/>
          <a:stretch/>
        </p:blipFill>
        <p:spPr>
          <a:xfrm rot="10800000">
            <a:off x="3214670" y="689779"/>
            <a:ext cx="5929330" cy="4453721"/>
          </a:xfrm>
          <a:prstGeom prst="rect">
            <a:avLst/>
          </a:prstGeom>
          <a:noFill/>
          <a:ln>
            <a:noFill/>
          </a:ln>
          <a:effectLst>
            <a:outerShdw blurRad="304800" rotWithShape="0" algn="r" dir="10800000" dist="114300">
              <a:srgbClr val="000000">
                <a:alpha val="40000"/>
              </a:srgbClr>
            </a:outerShdw>
          </a:effectLst>
        </p:spPr>
      </p:pic>
      <p:grpSp>
        <p:nvGrpSpPr>
          <p:cNvPr id="70" name="Google Shape;70;p16"/>
          <p:cNvGrpSpPr/>
          <p:nvPr/>
        </p:nvGrpSpPr>
        <p:grpSpPr>
          <a:xfrm>
            <a:off x="7770302" y="4427221"/>
            <a:ext cx="885825" cy="352350"/>
            <a:chOff x="10360402" y="5902961"/>
            <a:chExt cx="1181100" cy="469800"/>
          </a:xfrm>
        </p:grpSpPr>
        <p:sp>
          <p:nvSpPr>
            <p:cNvPr id="71" name="Google Shape;71;p16"/>
            <p:cNvSpPr/>
            <p:nvPr/>
          </p:nvSpPr>
          <p:spPr>
            <a:xfrm>
              <a:off x="10360402" y="5902961"/>
              <a:ext cx="1181100" cy="469800"/>
            </a:xfrm>
            <a:prstGeom prst="roundRect">
              <a:avLst>
                <a:gd fmla="val 50000" name="adj"/>
              </a:avLst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" name="Google Shape;72;p16"/>
            <p:cNvCxnSpPr/>
            <p:nvPr/>
          </p:nvCxnSpPr>
          <p:spPr>
            <a:xfrm>
              <a:off x="10664962" y="6137911"/>
              <a:ext cx="5721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73" name="Google Shape;73;p16"/>
          <p:cNvSpPr txBox="1"/>
          <p:nvPr>
            <p:ph idx="3" type="body"/>
          </p:nvPr>
        </p:nvSpPr>
        <p:spPr>
          <a:xfrm>
            <a:off x="6302086" y="615898"/>
            <a:ext cx="2443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roposal_2">
  <p:cSld name="Cover proposal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 rotWithShape="1">
          <a:blip r:embed="rId2">
            <a:alphaModFix/>
          </a:blip>
          <a:srcRect b="0" l="83200" r="-2780" t="0"/>
          <a:stretch/>
        </p:blipFill>
        <p:spPr>
          <a:xfrm rot="10800000">
            <a:off x="4645602" y="0"/>
            <a:ext cx="4498398" cy="3339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7"/>
          <p:cNvPicPr preferRelativeResize="0"/>
          <p:nvPr/>
        </p:nvPicPr>
        <p:blipFill rotWithShape="1">
          <a:blip r:embed="rId3">
            <a:alphaModFix/>
          </a:blip>
          <a:srcRect b="13412" l="90204" r="-4234" t="0"/>
          <a:stretch/>
        </p:blipFill>
        <p:spPr>
          <a:xfrm rot="10800000">
            <a:off x="3214670" y="689779"/>
            <a:ext cx="5929330" cy="4453721"/>
          </a:xfrm>
          <a:prstGeom prst="rect">
            <a:avLst/>
          </a:prstGeom>
          <a:noFill/>
          <a:ln>
            <a:noFill/>
          </a:ln>
          <a:effectLst>
            <a:outerShdw blurRad="304800" rotWithShape="0" algn="r" dir="10800000" dist="114300">
              <a:srgbClr val="000000">
                <a:alpha val="40000"/>
              </a:srgbClr>
            </a:outerShdw>
          </a:effectLst>
        </p:spPr>
      </p:pic>
      <p:sp>
        <p:nvSpPr>
          <p:cNvPr id="77" name="Google Shape;77;p17"/>
          <p:cNvSpPr txBox="1"/>
          <p:nvPr>
            <p:ph type="title"/>
          </p:nvPr>
        </p:nvSpPr>
        <p:spPr>
          <a:xfrm>
            <a:off x="628650" y="1774224"/>
            <a:ext cx="3943200" cy="1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ague Spartan"/>
              <a:buNone/>
              <a:defRPr sz="2400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628650" y="3096866"/>
            <a:ext cx="2907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rgbClr val="F62225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7"/>
          <p:cNvSpPr/>
          <p:nvPr>
            <p:ph idx="2" type="pic"/>
          </p:nvPr>
        </p:nvSpPr>
        <p:spPr>
          <a:xfrm>
            <a:off x="562324" y="3855248"/>
            <a:ext cx="903900" cy="903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" name="Google Shape;80;p17"/>
          <p:cNvSpPr txBox="1"/>
          <p:nvPr>
            <p:ph idx="3" type="body"/>
          </p:nvPr>
        </p:nvSpPr>
        <p:spPr>
          <a:xfrm>
            <a:off x="6372075" y="4182518"/>
            <a:ext cx="24432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81" name="Google Shape;8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420" y="689780"/>
            <a:ext cx="2758742" cy="8141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17"/>
          <p:cNvGrpSpPr/>
          <p:nvPr/>
        </p:nvGrpSpPr>
        <p:grpSpPr>
          <a:xfrm>
            <a:off x="7770302" y="337355"/>
            <a:ext cx="885825" cy="352350"/>
            <a:chOff x="10360402" y="5902961"/>
            <a:chExt cx="1181100" cy="469800"/>
          </a:xfrm>
        </p:grpSpPr>
        <p:sp>
          <p:nvSpPr>
            <p:cNvPr id="83" name="Google Shape;83;p17"/>
            <p:cNvSpPr/>
            <p:nvPr/>
          </p:nvSpPr>
          <p:spPr>
            <a:xfrm>
              <a:off x="10360402" y="5902961"/>
              <a:ext cx="1181100" cy="469800"/>
            </a:xfrm>
            <a:prstGeom prst="roundRect">
              <a:avLst>
                <a:gd fmla="val 50000" name="adj"/>
              </a:avLst>
            </a:prstGeom>
            <a:noFill/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4" name="Google Shape;84;p17"/>
            <p:cNvCxnSpPr/>
            <p:nvPr/>
          </p:nvCxnSpPr>
          <p:spPr>
            <a:xfrm>
              <a:off x="10664962" y="6137911"/>
              <a:ext cx="572100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1633388" y="4099418"/>
            <a:ext cx="1419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roposal_3">
  <p:cSld name="Cover proposal_3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88" name="Google Shape;88;p18"/>
          <p:cNvPicPr preferRelativeResize="0"/>
          <p:nvPr/>
        </p:nvPicPr>
        <p:blipFill rotWithShape="1">
          <a:blip r:embed="rId2">
            <a:alphaModFix/>
          </a:blip>
          <a:srcRect b="0" l="42308" r="-249" t="0"/>
          <a:stretch/>
        </p:blipFill>
        <p:spPr>
          <a:xfrm flipH="1" rot="10800000">
            <a:off x="635479" y="3409259"/>
            <a:ext cx="5381621" cy="1349828"/>
          </a:xfrm>
          <a:prstGeom prst="rect">
            <a:avLst/>
          </a:prstGeom>
          <a:noFill/>
          <a:ln>
            <a:noFill/>
          </a:ln>
          <a:effectLst>
            <a:outerShdw blurRad="304800" rotWithShape="0" algn="r" dir="10800000" dist="114300">
              <a:srgbClr val="000000">
                <a:alpha val="40000"/>
              </a:srgbClr>
            </a:outerShdw>
          </a:effectLst>
        </p:spPr>
      </p:pic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 b="0" l="85647" r="-168" t="0"/>
          <a:stretch/>
        </p:blipFill>
        <p:spPr>
          <a:xfrm>
            <a:off x="0" y="0"/>
            <a:ext cx="513873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 rotWithShape="1">
          <a:blip r:embed="rId4">
            <a:alphaModFix/>
          </a:blip>
          <a:srcRect b="-1533" l="58193" r="-1878" t="0"/>
          <a:stretch/>
        </p:blipFill>
        <p:spPr>
          <a:xfrm flipH="1" rot="10800000">
            <a:off x="0" y="1644413"/>
            <a:ext cx="6257924" cy="1770139"/>
          </a:xfrm>
          <a:prstGeom prst="rect">
            <a:avLst/>
          </a:prstGeom>
          <a:noFill/>
          <a:ln>
            <a:noFill/>
          </a:ln>
          <a:effectLst>
            <a:outerShdw blurRad="304800" rotWithShape="0" algn="r" dir="10800000" dist="114300">
              <a:srgbClr val="000000">
                <a:alpha val="40000"/>
              </a:srgbClr>
            </a:outerShdw>
          </a:effectLst>
        </p:spPr>
      </p:pic>
      <p:sp>
        <p:nvSpPr>
          <p:cNvPr id="91" name="Google Shape;91;p18"/>
          <p:cNvSpPr txBox="1"/>
          <p:nvPr>
            <p:ph type="title"/>
          </p:nvPr>
        </p:nvSpPr>
        <p:spPr>
          <a:xfrm>
            <a:off x="428625" y="1740649"/>
            <a:ext cx="3943200" cy="1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League Spartan"/>
              <a:buNone/>
              <a:defRPr sz="2400">
                <a:solidFill>
                  <a:schemeClr val="lt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428625" y="2936291"/>
            <a:ext cx="29076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8"/>
          <p:cNvSpPr/>
          <p:nvPr>
            <p:ph idx="3" type="pic"/>
          </p:nvPr>
        </p:nvSpPr>
        <p:spPr>
          <a:xfrm>
            <a:off x="428625" y="3895702"/>
            <a:ext cx="903900" cy="903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4" name="Google Shape;94;p18"/>
          <p:cNvSpPr txBox="1"/>
          <p:nvPr>
            <p:ph idx="4" type="body"/>
          </p:nvPr>
        </p:nvSpPr>
        <p:spPr>
          <a:xfrm>
            <a:off x="6387766" y="4222972"/>
            <a:ext cx="22515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2187" y="332266"/>
            <a:ext cx="2758742" cy="81413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>
            <p:ph idx="5" type="body"/>
          </p:nvPr>
        </p:nvSpPr>
        <p:spPr>
          <a:xfrm>
            <a:off x="1542900" y="4099418"/>
            <a:ext cx="1419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Char char="▪"/>
              <a:defRPr b="0" i="0" sz="21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Content">
  <p:cSld name="Image + Content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, Flecha&#10;&#10;Descripción generada automáticamente" id="98" name="Google Shape;9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" name="Google Shape;99;p19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·"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2" type="body"/>
          </p:nvPr>
        </p:nvSpPr>
        <p:spPr>
          <a:xfrm>
            <a:off x="662583" y="2466975"/>
            <a:ext cx="31998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None/>
              <a:defRPr b="0" i="0" sz="21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None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19"/>
          <p:cNvSpPr/>
          <p:nvPr>
            <p:ph idx="3" type="pic"/>
          </p:nvPr>
        </p:nvSpPr>
        <p:spPr>
          <a:xfrm>
            <a:off x="4104400" y="1919288"/>
            <a:ext cx="4513500" cy="23037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9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5" name="Google Shape;105;p19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o + Content">
  <p:cSld name="Video + Content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/>
          <p:nvPr>
            <p:ph idx="2" type="media"/>
          </p:nvPr>
        </p:nvSpPr>
        <p:spPr>
          <a:xfrm>
            <a:off x="4100513" y="1919288"/>
            <a:ext cx="4533900" cy="23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None/>
              <a:defRPr b="0" i="0" sz="21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lvl="1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Forma, Flecha&#10;&#10;Descripción generada automáticamente" id="108" name="Google Shape;10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" name="Google Shape;109;p20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·"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20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idx="3" type="body"/>
          </p:nvPr>
        </p:nvSpPr>
        <p:spPr>
          <a:xfrm>
            <a:off x="662583" y="2466975"/>
            <a:ext cx="31998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None/>
              <a:defRPr b="0" i="0" sz="21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None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20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_Grey Background">
  <p:cSld name="Blank Slide_Grey Background">
    <p:bg>
      <p:bgPr>
        <a:solidFill>
          <a:srgbClr val="F2F2F2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, Flecha&#10;&#10;Descripción generada automáticamente" id="116" name="Google Shape;11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" name="Google Shape;117;p21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8" name="Google Shape;118;p21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+ Text + Picture">
  <p:cSld name="1_Title + Text + Picture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662583" y="1865711"/>
            <a:ext cx="38052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None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5042662" y="1873123"/>
            <a:ext cx="3640800" cy="22122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 txBox="1"/>
          <p:nvPr>
            <p:ph idx="3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·"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22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Forma, Flecha&#10;&#10;Descripción generada automáticamente" id="124" name="Google Shape;12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" name="Google Shape;125;p22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26" name="Google Shape;126;p22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2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>
  <p:cSld name="Title + 1 column">
    <p:bg>
      <p:bgPr>
        <a:solidFill>
          <a:srgbClr val="F2F2F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662583" y="1846660"/>
            <a:ext cx="3756900" cy="24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None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23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23"/>
          <p:cNvSpPr txBox="1"/>
          <p:nvPr>
            <p:ph idx="2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·"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3" type="body"/>
          </p:nvPr>
        </p:nvSpPr>
        <p:spPr>
          <a:xfrm>
            <a:off x="4921026" y="1846660"/>
            <a:ext cx="3758400" cy="24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None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Forma, Flecha&#10;&#10;Descripción generada automáticamente" id="134" name="Google Shape;13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23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36" name="Google Shape;136;p23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+ 1 column">
  <p:cSld name="1_Title + 1 column"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662583" y="1846660"/>
            <a:ext cx="2305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None/>
              <a:defRPr b="1" i="0" sz="21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p24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24"/>
          <p:cNvSpPr txBox="1"/>
          <p:nvPr>
            <p:ph idx="2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·"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Forma, Flecha&#10;&#10;Descripción generada automáticamente" id="143" name="Google Shape;14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24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5" name="Google Shape;145;p24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4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8" name="Google Shape;148;p24"/>
          <p:cNvSpPr txBox="1"/>
          <p:nvPr>
            <p:ph idx="3" type="body"/>
          </p:nvPr>
        </p:nvSpPr>
        <p:spPr>
          <a:xfrm>
            <a:off x="3355907" y="1846660"/>
            <a:ext cx="2305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None/>
              <a:defRPr b="1" i="0" sz="21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9" name="Google Shape;149;p24"/>
          <p:cNvSpPr txBox="1"/>
          <p:nvPr>
            <p:ph idx="4" type="body"/>
          </p:nvPr>
        </p:nvSpPr>
        <p:spPr>
          <a:xfrm>
            <a:off x="6037912" y="1846660"/>
            <a:ext cx="23052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None/>
              <a:defRPr b="1" i="0" sz="21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24"/>
          <p:cNvSpPr txBox="1"/>
          <p:nvPr>
            <p:ph idx="5" type="body"/>
          </p:nvPr>
        </p:nvSpPr>
        <p:spPr>
          <a:xfrm>
            <a:off x="662583" y="2389065"/>
            <a:ext cx="230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" name="Google Shape;151;p24"/>
          <p:cNvSpPr txBox="1"/>
          <p:nvPr>
            <p:ph idx="6" type="body"/>
          </p:nvPr>
        </p:nvSpPr>
        <p:spPr>
          <a:xfrm>
            <a:off x="3355907" y="2389065"/>
            <a:ext cx="230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24"/>
          <p:cNvSpPr txBox="1"/>
          <p:nvPr>
            <p:ph idx="7" type="body"/>
          </p:nvPr>
        </p:nvSpPr>
        <p:spPr>
          <a:xfrm>
            <a:off x="6037912" y="2389065"/>
            <a:ext cx="230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Multiuse layout">
  <p:cSld name="1_Multiuse layout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715297" y="1879997"/>
            <a:ext cx="7902600" cy="23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100"/>
              <a:buFont typeface="Noto Sans Symbols"/>
              <a:buNone/>
              <a:defRPr b="0" i="0" sz="2100" u="none" cap="none" strike="noStrike">
                <a:solidFill>
                  <a:schemeClr val="dk1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None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2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·"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Forma, Flecha&#10;&#10;Descripción generada automáticamente" id="157" name="Google Shape;157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25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9" name="Google Shape;159;p25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5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5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s + Pictures Sponsors">
  <p:cSld name="Titles + Pictures Sponsors">
    <p:bg>
      <p:bgPr>
        <a:solidFill>
          <a:srgbClr val="F2F2F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/>
          <p:nvPr>
            <p:ph idx="2" type="pic"/>
          </p:nvPr>
        </p:nvSpPr>
        <p:spPr>
          <a:xfrm>
            <a:off x="5530105" y="1777871"/>
            <a:ext cx="2185200" cy="26370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26"/>
          <p:cNvSpPr txBox="1"/>
          <p:nvPr>
            <p:ph idx="1" type="body"/>
          </p:nvPr>
        </p:nvSpPr>
        <p:spPr>
          <a:xfrm>
            <a:off x="7845994" y="3763889"/>
            <a:ext cx="8334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Open Sans Light"/>
              <a:buNone/>
              <a:defRPr b="0" i="0" sz="14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None/>
              <a:defRPr b="0" i="1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26"/>
          <p:cNvSpPr/>
          <p:nvPr>
            <p:ph idx="3" type="pic"/>
          </p:nvPr>
        </p:nvSpPr>
        <p:spPr>
          <a:xfrm>
            <a:off x="715297" y="2183063"/>
            <a:ext cx="903900" cy="903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6" name="Google Shape;166;p26"/>
          <p:cNvSpPr/>
          <p:nvPr>
            <p:ph idx="4" type="pic"/>
          </p:nvPr>
        </p:nvSpPr>
        <p:spPr>
          <a:xfrm>
            <a:off x="2282102" y="2183063"/>
            <a:ext cx="903900" cy="903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7" name="Google Shape;167;p26"/>
          <p:cNvSpPr/>
          <p:nvPr>
            <p:ph idx="5" type="pic"/>
          </p:nvPr>
        </p:nvSpPr>
        <p:spPr>
          <a:xfrm>
            <a:off x="3906104" y="2183063"/>
            <a:ext cx="903900" cy="903900"/>
          </a:xfrm>
          <a:prstGeom prst="ellipse">
            <a:avLst/>
          </a:prstGeom>
          <a:noFill/>
          <a:ln>
            <a:noFill/>
          </a:ln>
        </p:spPr>
      </p:sp>
      <p:pic>
        <p:nvPicPr>
          <p:cNvPr descr="Forma, Flecha&#10;&#10;Descripción generada automáticamente" id="168" name="Google Shape;168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26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0" name="Google Shape;170;p26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6"/>
          <p:cNvSpPr txBox="1"/>
          <p:nvPr>
            <p:ph idx="6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·"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26"/>
          <p:cNvSpPr txBox="1"/>
          <p:nvPr>
            <p:ph idx="7" type="body"/>
          </p:nvPr>
        </p:nvSpPr>
        <p:spPr>
          <a:xfrm>
            <a:off x="457876" y="3239009"/>
            <a:ext cx="14187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26"/>
          <p:cNvSpPr txBox="1"/>
          <p:nvPr>
            <p:ph idx="8" type="body"/>
          </p:nvPr>
        </p:nvSpPr>
        <p:spPr>
          <a:xfrm>
            <a:off x="2020898" y="3239009"/>
            <a:ext cx="14187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26"/>
          <p:cNvSpPr txBox="1"/>
          <p:nvPr>
            <p:ph idx="9" type="body"/>
          </p:nvPr>
        </p:nvSpPr>
        <p:spPr>
          <a:xfrm>
            <a:off x="3648683" y="3239009"/>
            <a:ext cx="14187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26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6" name="Google Shape;176;p26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6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s + Pictures Sponsors">
  <p:cSld name="1_Titles + Pictures Sponsors">
    <p:bg>
      <p:bgPr>
        <a:solidFill>
          <a:srgbClr val="F2F2F2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/>
          <p:nvPr>
            <p:ph idx="2" type="pic"/>
          </p:nvPr>
        </p:nvSpPr>
        <p:spPr>
          <a:xfrm>
            <a:off x="5530105" y="1777871"/>
            <a:ext cx="2185200" cy="26370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7845994" y="3763889"/>
            <a:ext cx="8334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100"/>
              <a:buFont typeface="Noto Sans Symbols"/>
              <a:buNone/>
              <a:defRPr b="0" i="0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Open Sans Light"/>
              <a:buNone/>
              <a:defRPr b="0" i="0" sz="14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None/>
              <a:defRPr b="0" i="1" sz="12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27"/>
          <p:cNvSpPr/>
          <p:nvPr>
            <p:ph idx="3" type="pic"/>
          </p:nvPr>
        </p:nvSpPr>
        <p:spPr>
          <a:xfrm>
            <a:off x="715297" y="2183063"/>
            <a:ext cx="903900" cy="903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2" name="Google Shape;182;p27"/>
          <p:cNvSpPr/>
          <p:nvPr>
            <p:ph idx="4" type="pic"/>
          </p:nvPr>
        </p:nvSpPr>
        <p:spPr>
          <a:xfrm>
            <a:off x="2282102" y="2183063"/>
            <a:ext cx="903900" cy="903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3" name="Google Shape;183;p27"/>
          <p:cNvSpPr/>
          <p:nvPr>
            <p:ph idx="5" type="pic"/>
          </p:nvPr>
        </p:nvSpPr>
        <p:spPr>
          <a:xfrm>
            <a:off x="3906104" y="2183063"/>
            <a:ext cx="903900" cy="903900"/>
          </a:xfrm>
          <a:prstGeom prst="ellipse">
            <a:avLst/>
          </a:prstGeom>
          <a:noFill/>
          <a:ln>
            <a:noFill/>
          </a:ln>
        </p:spPr>
      </p:sp>
      <p:pic>
        <p:nvPicPr>
          <p:cNvPr descr="Forma, Flecha&#10;&#10;Descripción generada automáticamente" id="184" name="Google Shape;18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27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6" name="Google Shape;186;p27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7"/>
          <p:cNvSpPr txBox="1"/>
          <p:nvPr>
            <p:ph idx="6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·"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8" name="Google Shape;188;p27"/>
          <p:cNvSpPr txBox="1"/>
          <p:nvPr>
            <p:ph idx="7" type="body"/>
          </p:nvPr>
        </p:nvSpPr>
        <p:spPr>
          <a:xfrm>
            <a:off x="457876" y="3239009"/>
            <a:ext cx="14187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9" name="Google Shape;189;p27"/>
          <p:cNvSpPr txBox="1"/>
          <p:nvPr>
            <p:ph idx="8" type="body"/>
          </p:nvPr>
        </p:nvSpPr>
        <p:spPr>
          <a:xfrm>
            <a:off x="2020898" y="3239009"/>
            <a:ext cx="14187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0" name="Google Shape;190;p27"/>
          <p:cNvSpPr txBox="1"/>
          <p:nvPr>
            <p:ph idx="9" type="body"/>
          </p:nvPr>
        </p:nvSpPr>
        <p:spPr>
          <a:xfrm>
            <a:off x="3648683" y="3239009"/>
            <a:ext cx="14187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1" name="Google Shape;191;p27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2" name="Google Shape;192;p27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7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ogo + Changeable pic">
  <p:cSld name="1_Logo + Changeable pic"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, Flecha&#10;&#10;Descripción generada automáticamente" id="195" name="Google Shape;19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28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7" name="Google Shape;197;p28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8"/>
          <p:cNvSpPr txBox="1"/>
          <p:nvPr>
            <p:ph idx="1" type="body"/>
          </p:nvPr>
        </p:nvSpPr>
        <p:spPr>
          <a:xfrm>
            <a:off x="662583" y="920433"/>
            <a:ext cx="66717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810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–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2400"/>
              <a:buFont typeface="Open Sans Light"/>
              <a:buChar char="·"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9" name="Google Shape;199;p28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0" name="Google Shape;200;p28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8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2" name="Google Shape;202;p28"/>
          <p:cNvSpPr/>
          <p:nvPr>
            <p:ph idx="2" type="pic"/>
          </p:nvPr>
        </p:nvSpPr>
        <p:spPr>
          <a:xfrm>
            <a:off x="978141" y="1591040"/>
            <a:ext cx="726300" cy="726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3" name="Google Shape;203;p28"/>
          <p:cNvSpPr/>
          <p:nvPr>
            <p:ph idx="3" type="pic"/>
          </p:nvPr>
        </p:nvSpPr>
        <p:spPr>
          <a:xfrm>
            <a:off x="2544947" y="1591040"/>
            <a:ext cx="726300" cy="726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4" name="Google Shape;204;p28"/>
          <p:cNvSpPr/>
          <p:nvPr>
            <p:ph idx="4" type="pic"/>
          </p:nvPr>
        </p:nvSpPr>
        <p:spPr>
          <a:xfrm>
            <a:off x="4168949" y="1591040"/>
            <a:ext cx="726300" cy="726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5" name="Google Shape;205;p28"/>
          <p:cNvSpPr txBox="1"/>
          <p:nvPr>
            <p:ph idx="5" type="body"/>
          </p:nvPr>
        </p:nvSpPr>
        <p:spPr>
          <a:xfrm>
            <a:off x="715297" y="2403837"/>
            <a:ext cx="12756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6" type="body"/>
          </p:nvPr>
        </p:nvSpPr>
        <p:spPr>
          <a:xfrm>
            <a:off x="2303651" y="2403837"/>
            <a:ext cx="12756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7" name="Google Shape;207;p28"/>
          <p:cNvSpPr txBox="1"/>
          <p:nvPr>
            <p:ph idx="7" type="body"/>
          </p:nvPr>
        </p:nvSpPr>
        <p:spPr>
          <a:xfrm>
            <a:off x="3892867" y="2403837"/>
            <a:ext cx="12756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8" type="body"/>
          </p:nvPr>
        </p:nvSpPr>
        <p:spPr>
          <a:xfrm>
            <a:off x="5726027" y="1728200"/>
            <a:ext cx="24423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Noto Sans Symbols"/>
              <a:buNone/>
              <a:defRPr b="1" i="0" sz="18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9" type="body"/>
          </p:nvPr>
        </p:nvSpPr>
        <p:spPr>
          <a:xfrm>
            <a:off x="5726027" y="2401531"/>
            <a:ext cx="2442300" cy="14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Char char="–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0" name="Google Shape;210;p28"/>
          <p:cNvSpPr/>
          <p:nvPr>
            <p:ph idx="13" type="pic"/>
          </p:nvPr>
        </p:nvSpPr>
        <p:spPr>
          <a:xfrm>
            <a:off x="978141" y="3162270"/>
            <a:ext cx="726300" cy="726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1" name="Google Shape;211;p28"/>
          <p:cNvSpPr/>
          <p:nvPr>
            <p:ph idx="14" type="pic"/>
          </p:nvPr>
        </p:nvSpPr>
        <p:spPr>
          <a:xfrm>
            <a:off x="2544947" y="3162270"/>
            <a:ext cx="726300" cy="726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2" name="Google Shape;212;p28"/>
          <p:cNvSpPr/>
          <p:nvPr>
            <p:ph idx="15" type="pic"/>
          </p:nvPr>
        </p:nvSpPr>
        <p:spPr>
          <a:xfrm>
            <a:off x="4168949" y="3162270"/>
            <a:ext cx="726300" cy="726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3" name="Google Shape;213;p28"/>
          <p:cNvSpPr txBox="1"/>
          <p:nvPr>
            <p:ph idx="16" type="body"/>
          </p:nvPr>
        </p:nvSpPr>
        <p:spPr>
          <a:xfrm>
            <a:off x="715297" y="3981301"/>
            <a:ext cx="12756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4" name="Google Shape;214;p28"/>
          <p:cNvSpPr txBox="1"/>
          <p:nvPr>
            <p:ph idx="17" type="body"/>
          </p:nvPr>
        </p:nvSpPr>
        <p:spPr>
          <a:xfrm>
            <a:off x="2303651" y="3981301"/>
            <a:ext cx="12756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5" name="Google Shape;215;p28"/>
          <p:cNvSpPr txBox="1"/>
          <p:nvPr>
            <p:ph idx="18" type="body"/>
          </p:nvPr>
        </p:nvSpPr>
        <p:spPr>
          <a:xfrm>
            <a:off x="3892867" y="3981301"/>
            <a:ext cx="1275600" cy="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Open Sans Light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900"/>
              <a:buFont typeface="Open Sans Light"/>
              <a:buNone/>
              <a:defRPr b="0" i="1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+ Changeable pic">
  <p:cSld name="Logo + Changeable pic"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, Flecha&#10;&#10;Descripción generada automáticamente" id="217" name="Google Shape;21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8" name="Google Shape;218;p29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19" name="Google Shape;219;p29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9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1" name="Google Shape;221;p29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9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>
  <p:cSld name="Título y texto vertical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/>
          <p:nvPr>
            <p:ph idx="2" type="pic"/>
          </p:nvPr>
        </p:nvSpPr>
        <p:spPr>
          <a:xfrm>
            <a:off x="609600" y="938213"/>
            <a:ext cx="3818100" cy="23955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30"/>
          <p:cNvSpPr txBox="1"/>
          <p:nvPr>
            <p:ph idx="1" type="body"/>
          </p:nvPr>
        </p:nvSpPr>
        <p:spPr>
          <a:xfrm>
            <a:off x="602227" y="3429745"/>
            <a:ext cx="38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238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Open Sans Light"/>
              <a:buChar char="–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6" name="Google Shape;226;p30"/>
          <p:cNvSpPr txBox="1"/>
          <p:nvPr>
            <p:ph idx="3" type="body"/>
          </p:nvPr>
        </p:nvSpPr>
        <p:spPr>
          <a:xfrm>
            <a:off x="4731007" y="3429745"/>
            <a:ext cx="38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238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Open Sans Light"/>
              <a:buChar char="–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7" name="Google Shape;227;p30"/>
          <p:cNvSpPr/>
          <p:nvPr>
            <p:ph idx="4" type="pic"/>
          </p:nvPr>
        </p:nvSpPr>
        <p:spPr>
          <a:xfrm>
            <a:off x="4731007" y="938213"/>
            <a:ext cx="3818100" cy="2395500"/>
          </a:xfrm>
          <a:prstGeom prst="rect">
            <a:avLst/>
          </a:prstGeom>
          <a:noFill/>
          <a:ln>
            <a:noFill/>
          </a:ln>
        </p:spPr>
      </p:sp>
      <p:pic>
        <p:nvPicPr>
          <p:cNvPr descr="Forma, Flecha&#10;&#10;Descripción generada automáticamente" id="228" name="Google Shape;22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9" name="Google Shape;229;p30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30" name="Google Shape;230;p30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0"/>
          <p:cNvSpPr txBox="1"/>
          <p:nvPr>
            <p:ph idx="5" type="body"/>
          </p:nvPr>
        </p:nvSpPr>
        <p:spPr>
          <a:xfrm>
            <a:off x="602227" y="3758357"/>
            <a:ext cx="38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238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Open Sans Light"/>
              <a:buChar char="–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2" name="Google Shape;232;p30"/>
          <p:cNvSpPr txBox="1"/>
          <p:nvPr>
            <p:ph idx="6" type="body"/>
          </p:nvPr>
        </p:nvSpPr>
        <p:spPr>
          <a:xfrm>
            <a:off x="4731007" y="3758357"/>
            <a:ext cx="38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238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Open Sans Light"/>
              <a:buChar char="–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30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0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texto vertical">
  <p:cSld name="1_Título y texto vertical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/>
          <p:nvPr>
            <p:ph idx="2" type="pic"/>
          </p:nvPr>
        </p:nvSpPr>
        <p:spPr>
          <a:xfrm>
            <a:off x="609600" y="938213"/>
            <a:ext cx="6929400" cy="23955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31"/>
          <p:cNvSpPr txBox="1"/>
          <p:nvPr>
            <p:ph idx="1" type="body"/>
          </p:nvPr>
        </p:nvSpPr>
        <p:spPr>
          <a:xfrm>
            <a:off x="602227" y="3429745"/>
            <a:ext cx="38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Noto Sans Symbols"/>
              <a:buNone/>
              <a:defRPr b="0" i="0" sz="15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238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Open Sans Light"/>
              <a:buChar char="–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Forma, Flecha&#10;&#10;Descripción generada automáticamente" id="239" name="Google Shape;23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818" y="179240"/>
            <a:ext cx="212868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0" name="Google Shape;240;p31"/>
          <p:cNvCxnSpPr/>
          <p:nvPr/>
        </p:nvCxnSpPr>
        <p:spPr>
          <a:xfrm>
            <a:off x="609600" y="361568"/>
            <a:ext cx="667230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41" name="Google Shape;241;p31"/>
          <p:cNvPicPr preferRelativeResize="0"/>
          <p:nvPr/>
        </p:nvPicPr>
        <p:blipFill rotWithShape="1">
          <a:blip r:embed="rId3">
            <a:alphaModFix/>
          </a:blip>
          <a:srcRect b="0" l="54547" r="-255" t="0"/>
          <a:stretch/>
        </p:blipFill>
        <p:spPr>
          <a:xfrm flipH="1">
            <a:off x="7190439" y="-2040"/>
            <a:ext cx="1953560" cy="62116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1"/>
          <p:cNvSpPr txBox="1"/>
          <p:nvPr>
            <p:ph idx="3" type="body"/>
          </p:nvPr>
        </p:nvSpPr>
        <p:spPr>
          <a:xfrm>
            <a:off x="602227" y="3758357"/>
            <a:ext cx="381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238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400"/>
              <a:buFont typeface="Open Sans Light"/>
              <a:buChar char="–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C2126"/>
              </a:buClr>
              <a:buSzPts val="1200"/>
              <a:buFont typeface="Open Sans Light"/>
              <a:buChar char="·"/>
              <a:defRPr b="0" i="1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4" name="Google Shape;244;p31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1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hangeable pic_black">
  <p:cSld name="2_Changeable pic_black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>
            <p:ph idx="11" type="ftr"/>
          </p:nvPr>
        </p:nvSpPr>
        <p:spPr>
          <a:xfrm>
            <a:off x="7054337" y="4711847"/>
            <a:ext cx="1519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8" name="Google Shape;248;p32"/>
          <p:cNvSpPr/>
          <p:nvPr/>
        </p:nvSpPr>
        <p:spPr>
          <a:xfrm>
            <a:off x="8467417" y="4742763"/>
            <a:ext cx="212100" cy="212100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2"/>
          <p:cNvSpPr txBox="1"/>
          <p:nvPr>
            <p:ph idx="12" type="sldNum"/>
          </p:nvPr>
        </p:nvSpPr>
        <p:spPr>
          <a:xfrm>
            <a:off x="8467416" y="4711847"/>
            <a:ext cx="212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5"/>
          <p:cNvSpPr txBox="1"/>
          <p:nvPr/>
        </p:nvSpPr>
        <p:spPr>
          <a:xfrm>
            <a:off x="842963" y="2466975"/>
            <a:ext cx="3199805" cy="94833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None/>
            </a:pPr>
            <a:r>
              <a:rPr lang="en-GB" sz="2100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Click to edit Picture Title</a:t>
            </a:r>
            <a:endParaRPr sz="1100"/>
          </a:p>
          <a:p>
            <a:pPr indent="-34290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Click to add text content</a:t>
            </a:r>
            <a:endParaRPr sz="1100"/>
          </a:p>
        </p:txBody>
      </p:sp>
      <p:sp>
        <p:nvSpPr>
          <p:cNvPr id="257" name="Google Shape;257;p35"/>
          <p:cNvSpPr/>
          <p:nvPr/>
        </p:nvSpPr>
        <p:spPr>
          <a:xfrm>
            <a:off x="8405967" y="4499876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5"/>
          <p:cNvSpPr txBox="1"/>
          <p:nvPr>
            <p:ph idx="12" type="sldNum"/>
          </p:nvPr>
        </p:nvSpPr>
        <p:spPr>
          <a:xfrm>
            <a:off x="8405966" y="4468960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9" name="Google Shape;259;p35"/>
          <p:cNvSpPr txBox="1"/>
          <p:nvPr>
            <p:ph idx="11" type="ftr"/>
          </p:nvPr>
        </p:nvSpPr>
        <p:spPr>
          <a:xfrm>
            <a:off x="6992888" y="4468960"/>
            <a:ext cx="15190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0" name="Google Shape;260;p35"/>
          <p:cNvSpPr/>
          <p:nvPr>
            <p:ph idx="2" type="pic"/>
          </p:nvPr>
        </p:nvSpPr>
        <p:spPr>
          <a:xfrm>
            <a:off x="4104400" y="1919288"/>
            <a:ext cx="4196638" cy="2303780"/>
          </a:xfrm>
          <a:prstGeom prst="rect">
            <a:avLst/>
          </a:prstGeom>
          <a:noFill/>
          <a:ln>
            <a:noFill/>
          </a:ln>
        </p:spPr>
      </p:sp>
      <p:sp>
        <p:nvSpPr>
          <p:cNvPr id="261" name="Google Shape;261;p35"/>
          <p:cNvSpPr txBox="1"/>
          <p:nvPr>
            <p:ph idx="1" type="body"/>
          </p:nvPr>
        </p:nvSpPr>
        <p:spPr>
          <a:xfrm>
            <a:off x="842963" y="916564"/>
            <a:ext cx="3826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/>
        </p:nvSpPr>
        <p:spPr>
          <a:xfrm>
            <a:off x="842963" y="2466975"/>
            <a:ext cx="3199805" cy="94833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None/>
            </a:pPr>
            <a:r>
              <a:rPr lang="en-GB" sz="2100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Click to edit Picture Title</a:t>
            </a:r>
            <a:endParaRPr sz="1100"/>
          </a:p>
          <a:p>
            <a:pPr indent="-34290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Click to add text content</a:t>
            </a:r>
            <a:endParaRPr sz="1100"/>
          </a:p>
        </p:txBody>
      </p:sp>
      <p:sp>
        <p:nvSpPr>
          <p:cNvPr id="264" name="Google Shape;264;p36"/>
          <p:cNvSpPr/>
          <p:nvPr>
            <p:ph idx="2" type="media"/>
          </p:nvPr>
        </p:nvSpPr>
        <p:spPr>
          <a:xfrm>
            <a:off x="4100513" y="1919288"/>
            <a:ext cx="4200525" cy="23038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5" name="Google Shape;265;p36"/>
          <p:cNvSpPr/>
          <p:nvPr/>
        </p:nvSpPr>
        <p:spPr>
          <a:xfrm>
            <a:off x="8405967" y="4499876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6"/>
          <p:cNvSpPr txBox="1"/>
          <p:nvPr>
            <p:ph idx="12" type="sldNum"/>
          </p:nvPr>
        </p:nvSpPr>
        <p:spPr>
          <a:xfrm>
            <a:off x="8405966" y="4468960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7" name="Google Shape;267;p36"/>
          <p:cNvSpPr txBox="1"/>
          <p:nvPr>
            <p:ph idx="11" type="ftr"/>
          </p:nvPr>
        </p:nvSpPr>
        <p:spPr>
          <a:xfrm>
            <a:off x="6992888" y="4468960"/>
            <a:ext cx="15190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8" name="Google Shape;268;p36"/>
          <p:cNvSpPr txBox="1"/>
          <p:nvPr>
            <p:ph idx="1" type="body"/>
          </p:nvPr>
        </p:nvSpPr>
        <p:spPr>
          <a:xfrm>
            <a:off x="842963" y="916564"/>
            <a:ext cx="3826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"/>
          <p:cNvSpPr txBox="1"/>
          <p:nvPr>
            <p:ph idx="1" type="body"/>
          </p:nvPr>
        </p:nvSpPr>
        <p:spPr>
          <a:xfrm>
            <a:off x="842963" y="1865711"/>
            <a:ext cx="3558374" cy="22195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1" name="Google Shape;271;p37"/>
          <p:cNvSpPr/>
          <p:nvPr>
            <p:ph idx="2" type="pic"/>
          </p:nvPr>
        </p:nvSpPr>
        <p:spPr>
          <a:xfrm>
            <a:off x="4742666" y="1873123"/>
            <a:ext cx="3810785" cy="2212181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37"/>
          <p:cNvSpPr/>
          <p:nvPr/>
        </p:nvSpPr>
        <p:spPr>
          <a:xfrm>
            <a:off x="8405967" y="4499876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7"/>
          <p:cNvSpPr txBox="1"/>
          <p:nvPr>
            <p:ph idx="12" type="sldNum"/>
          </p:nvPr>
        </p:nvSpPr>
        <p:spPr>
          <a:xfrm>
            <a:off x="8405966" y="4468960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4" name="Google Shape;274;p37"/>
          <p:cNvSpPr txBox="1"/>
          <p:nvPr>
            <p:ph idx="11" type="ftr"/>
          </p:nvPr>
        </p:nvSpPr>
        <p:spPr>
          <a:xfrm>
            <a:off x="6992888" y="4468960"/>
            <a:ext cx="15190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5" name="Google Shape;275;p37"/>
          <p:cNvSpPr txBox="1"/>
          <p:nvPr>
            <p:ph idx="3" type="body"/>
          </p:nvPr>
        </p:nvSpPr>
        <p:spPr>
          <a:xfrm>
            <a:off x="842963" y="916564"/>
            <a:ext cx="3826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 txBox="1"/>
          <p:nvPr>
            <p:ph idx="1" type="body"/>
          </p:nvPr>
        </p:nvSpPr>
        <p:spPr>
          <a:xfrm>
            <a:off x="842963" y="1846660"/>
            <a:ext cx="3576638" cy="24407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8" name="Google Shape;278;p38"/>
          <p:cNvSpPr txBox="1"/>
          <p:nvPr>
            <p:ph idx="2" type="body"/>
          </p:nvPr>
        </p:nvSpPr>
        <p:spPr>
          <a:xfrm>
            <a:off x="4921026" y="1846660"/>
            <a:ext cx="3413349" cy="24407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9" name="Google Shape;279;p38"/>
          <p:cNvSpPr/>
          <p:nvPr/>
        </p:nvSpPr>
        <p:spPr>
          <a:xfrm>
            <a:off x="8405967" y="4499876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8"/>
          <p:cNvSpPr txBox="1"/>
          <p:nvPr>
            <p:ph idx="12" type="sldNum"/>
          </p:nvPr>
        </p:nvSpPr>
        <p:spPr>
          <a:xfrm>
            <a:off x="8405966" y="4468960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1" name="Google Shape;281;p38"/>
          <p:cNvSpPr txBox="1"/>
          <p:nvPr>
            <p:ph idx="11" type="ftr"/>
          </p:nvPr>
        </p:nvSpPr>
        <p:spPr>
          <a:xfrm>
            <a:off x="6992888" y="4468960"/>
            <a:ext cx="15190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2" name="Google Shape;282;p38"/>
          <p:cNvSpPr txBox="1"/>
          <p:nvPr>
            <p:ph idx="3" type="body"/>
          </p:nvPr>
        </p:nvSpPr>
        <p:spPr>
          <a:xfrm>
            <a:off x="842963" y="916564"/>
            <a:ext cx="3826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/>
          <p:nvPr/>
        </p:nvSpPr>
        <p:spPr>
          <a:xfrm>
            <a:off x="8405967" y="4499876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9"/>
          <p:cNvSpPr txBox="1"/>
          <p:nvPr>
            <p:ph idx="12" type="sldNum"/>
          </p:nvPr>
        </p:nvSpPr>
        <p:spPr>
          <a:xfrm>
            <a:off x="8405966" y="4468960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6" name="Google Shape;286;p39"/>
          <p:cNvSpPr txBox="1"/>
          <p:nvPr>
            <p:ph idx="11" type="ftr"/>
          </p:nvPr>
        </p:nvSpPr>
        <p:spPr>
          <a:xfrm>
            <a:off x="6992888" y="4468960"/>
            <a:ext cx="15190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7" name="Google Shape;287;p39"/>
          <p:cNvSpPr txBox="1"/>
          <p:nvPr>
            <p:ph idx="1" type="body"/>
          </p:nvPr>
        </p:nvSpPr>
        <p:spPr>
          <a:xfrm>
            <a:off x="825558" y="1846660"/>
            <a:ext cx="2305060" cy="3600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None/>
              <a:defRPr b="1" i="0" sz="21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8" name="Google Shape;288;p39"/>
          <p:cNvSpPr txBox="1"/>
          <p:nvPr>
            <p:ph idx="2" type="body"/>
          </p:nvPr>
        </p:nvSpPr>
        <p:spPr>
          <a:xfrm>
            <a:off x="3418900" y="1846660"/>
            <a:ext cx="2305060" cy="3600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None/>
              <a:defRPr b="1" i="0" sz="21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9" name="Google Shape;289;p39"/>
          <p:cNvSpPr txBox="1"/>
          <p:nvPr>
            <p:ph idx="3" type="body"/>
          </p:nvPr>
        </p:nvSpPr>
        <p:spPr>
          <a:xfrm>
            <a:off x="6013381" y="1846660"/>
            <a:ext cx="2305060" cy="3600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2100"/>
              <a:buFont typeface="Arial"/>
              <a:buNone/>
              <a:defRPr b="1" i="0" sz="21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0" name="Google Shape;290;p39"/>
          <p:cNvSpPr txBox="1"/>
          <p:nvPr>
            <p:ph idx="4" type="body"/>
          </p:nvPr>
        </p:nvSpPr>
        <p:spPr>
          <a:xfrm>
            <a:off x="825558" y="2389065"/>
            <a:ext cx="23050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1" name="Google Shape;291;p39"/>
          <p:cNvSpPr txBox="1"/>
          <p:nvPr>
            <p:ph idx="5" type="body"/>
          </p:nvPr>
        </p:nvSpPr>
        <p:spPr>
          <a:xfrm>
            <a:off x="3418900" y="2389065"/>
            <a:ext cx="23050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2" name="Google Shape;292;p39"/>
          <p:cNvSpPr txBox="1"/>
          <p:nvPr>
            <p:ph idx="6" type="body"/>
          </p:nvPr>
        </p:nvSpPr>
        <p:spPr>
          <a:xfrm>
            <a:off x="6013381" y="2389065"/>
            <a:ext cx="23050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3" name="Google Shape;293;p39"/>
          <p:cNvSpPr txBox="1"/>
          <p:nvPr>
            <p:ph idx="7" type="body"/>
          </p:nvPr>
        </p:nvSpPr>
        <p:spPr>
          <a:xfrm>
            <a:off x="842963" y="916564"/>
            <a:ext cx="3826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0"/>
          <p:cNvSpPr txBox="1"/>
          <p:nvPr>
            <p:ph idx="1" type="body"/>
          </p:nvPr>
        </p:nvSpPr>
        <p:spPr>
          <a:xfrm>
            <a:off x="842962" y="1879996"/>
            <a:ext cx="7743826" cy="237195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6" name="Google Shape;296;p40"/>
          <p:cNvSpPr/>
          <p:nvPr/>
        </p:nvSpPr>
        <p:spPr>
          <a:xfrm>
            <a:off x="8405967" y="4499876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0"/>
          <p:cNvSpPr txBox="1"/>
          <p:nvPr>
            <p:ph idx="12" type="sldNum"/>
          </p:nvPr>
        </p:nvSpPr>
        <p:spPr>
          <a:xfrm>
            <a:off x="8405966" y="4468960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8" name="Google Shape;298;p40"/>
          <p:cNvSpPr txBox="1"/>
          <p:nvPr>
            <p:ph idx="11" type="ftr"/>
          </p:nvPr>
        </p:nvSpPr>
        <p:spPr>
          <a:xfrm>
            <a:off x="6992888" y="4468960"/>
            <a:ext cx="15190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9" name="Google Shape;299;p40"/>
          <p:cNvSpPr txBox="1"/>
          <p:nvPr>
            <p:ph idx="2" type="body"/>
          </p:nvPr>
        </p:nvSpPr>
        <p:spPr>
          <a:xfrm>
            <a:off x="842963" y="916564"/>
            <a:ext cx="3826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1"/>
          <p:cNvSpPr/>
          <p:nvPr>
            <p:ph idx="2" type="pic"/>
          </p:nvPr>
        </p:nvSpPr>
        <p:spPr>
          <a:xfrm>
            <a:off x="5363418" y="1615946"/>
            <a:ext cx="2185144" cy="2445197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41"/>
          <p:cNvSpPr txBox="1"/>
          <p:nvPr>
            <p:ph idx="1" type="body"/>
          </p:nvPr>
        </p:nvSpPr>
        <p:spPr>
          <a:xfrm>
            <a:off x="7679306" y="3421235"/>
            <a:ext cx="833432" cy="65094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3" name="Google Shape;303;p41"/>
          <p:cNvSpPr/>
          <p:nvPr>
            <p:ph idx="3" type="pic"/>
          </p:nvPr>
        </p:nvSpPr>
        <p:spPr>
          <a:xfrm>
            <a:off x="1014413" y="1921126"/>
            <a:ext cx="903895" cy="90384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4" name="Google Shape;304;p41"/>
          <p:cNvSpPr/>
          <p:nvPr>
            <p:ph idx="4" type="pic"/>
          </p:nvPr>
        </p:nvSpPr>
        <p:spPr>
          <a:xfrm>
            <a:off x="2453552" y="1921126"/>
            <a:ext cx="903895" cy="90384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5" name="Google Shape;305;p41"/>
          <p:cNvSpPr/>
          <p:nvPr>
            <p:ph idx="5" type="pic"/>
          </p:nvPr>
        </p:nvSpPr>
        <p:spPr>
          <a:xfrm>
            <a:off x="3885124" y="1921126"/>
            <a:ext cx="903895" cy="90384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6" name="Google Shape;306;p41"/>
          <p:cNvSpPr txBox="1"/>
          <p:nvPr>
            <p:ph idx="6" type="body"/>
          </p:nvPr>
        </p:nvSpPr>
        <p:spPr>
          <a:xfrm>
            <a:off x="756991" y="2977071"/>
            <a:ext cx="1418735" cy="7679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7" name="Google Shape;307;p41"/>
          <p:cNvSpPr txBox="1"/>
          <p:nvPr>
            <p:ph idx="7" type="body"/>
          </p:nvPr>
        </p:nvSpPr>
        <p:spPr>
          <a:xfrm>
            <a:off x="2192348" y="2977071"/>
            <a:ext cx="1418735" cy="7679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8" name="Google Shape;308;p41"/>
          <p:cNvSpPr txBox="1"/>
          <p:nvPr>
            <p:ph idx="8" type="body"/>
          </p:nvPr>
        </p:nvSpPr>
        <p:spPr>
          <a:xfrm>
            <a:off x="3627703" y="2977071"/>
            <a:ext cx="1418735" cy="7679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9" name="Google Shape;309;p41"/>
          <p:cNvSpPr/>
          <p:nvPr/>
        </p:nvSpPr>
        <p:spPr>
          <a:xfrm>
            <a:off x="8405967" y="4499876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1"/>
          <p:cNvSpPr txBox="1"/>
          <p:nvPr>
            <p:ph idx="12" type="sldNum"/>
          </p:nvPr>
        </p:nvSpPr>
        <p:spPr>
          <a:xfrm>
            <a:off x="8405966" y="4468960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1" name="Google Shape;311;p41"/>
          <p:cNvSpPr txBox="1"/>
          <p:nvPr>
            <p:ph idx="11" type="ftr"/>
          </p:nvPr>
        </p:nvSpPr>
        <p:spPr>
          <a:xfrm>
            <a:off x="6992888" y="4468960"/>
            <a:ext cx="15190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2" name="Google Shape;312;p41"/>
          <p:cNvSpPr txBox="1"/>
          <p:nvPr>
            <p:ph idx="9" type="body"/>
          </p:nvPr>
        </p:nvSpPr>
        <p:spPr>
          <a:xfrm>
            <a:off x="842963" y="916564"/>
            <a:ext cx="3826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2"/>
          <p:cNvSpPr/>
          <p:nvPr/>
        </p:nvSpPr>
        <p:spPr>
          <a:xfrm>
            <a:off x="8405967" y="4499876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2"/>
          <p:cNvSpPr txBox="1"/>
          <p:nvPr>
            <p:ph idx="12" type="sldNum"/>
          </p:nvPr>
        </p:nvSpPr>
        <p:spPr>
          <a:xfrm>
            <a:off x="8405966" y="4468960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6" name="Google Shape;316;p42"/>
          <p:cNvSpPr txBox="1"/>
          <p:nvPr>
            <p:ph idx="11" type="ftr"/>
          </p:nvPr>
        </p:nvSpPr>
        <p:spPr>
          <a:xfrm>
            <a:off x="6992888" y="4468960"/>
            <a:ext cx="15190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7" name="Google Shape;317;p42"/>
          <p:cNvSpPr/>
          <p:nvPr>
            <p:ph idx="2" type="pic"/>
          </p:nvPr>
        </p:nvSpPr>
        <p:spPr>
          <a:xfrm>
            <a:off x="1109854" y="1528695"/>
            <a:ext cx="726163" cy="726119"/>
          </a:xfrm>
          <a:prstGeom prst="ellipse">
            <a:avLst/>
          </a:prstGeom>
          <a:noFill/>
          <a:ln>
            <a:noFill/>
          </a:ln>
        </p:spPr>
      </p:sp>
      <p:sp>
        <p:nvSpPr>
          <p:cNvPr id="318" name="Google Shape;318;p42"/>
          <p:cNvSpPr/>
          <p:nvPr>
            <p:ph idx="3" type="pic"/>
          </p:nvPr>
        </p:nvSpPr>
        <p:spPr>
          <a:xfrm>
            <a:off x="2676659" y="1528695"/>
            <a:ext cx="726163" cy="726119"/>
          </a:xfrm>
          <a:prstGeom prst="ellipse">
            <a:avLst/>
          </a:prstGeom>
          <a:noFill/>
          <a:ln>
            <a:noFill/>
          </a:ln>
        </p:spPr>
      </p:sp>
      <p:sp>
        <p:nvSpPr>
          <p:cNvPr id="319" name="Google Shape;319;p42"/>
          <p:cNvSpPr/>
          <p:nvPr>
            <p:ph idx="4" type="pic"/>
          </p:nvPr>
        </p:nvSpPr>
        <p:spPr>
          <a:xfrm>
            <a:off x="4300661" y="1528695"/>
            <a:ext cx="726163" cy="726119"/>
          </a:xfrm>
          <a:prstGeom prst="ellipse">
            <a:avLst/>
          </a:prstGeom>
          <a:noFill/>
          <a:ln>
            <a:noFill/>
          </a:ln>
        </p:spPr>
      </p:sp>
      <p:sp>
        <p:nvSpPr>
          <p:cNvPr id="320" name="Google Shape;320;p42"/>
          <p:cNvSpPr txBox="1"/>
          <p:nvPr>
            <p:ph idx="1" type="body"/>
          </p:nvPr>
        </p:nvSpPr>
        <p:spPr>
          <a:xfrm>
            <a:off x="847009" y="2341493"/>
            <a:ext cx="1275676" cy="6017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1" name="Google Shape;321;p42"/>
          <p:cNvSpPr txBox="1"/>
          <p:nvPr>
            <p:ph idx="5" type="body"/>
          </p:nvPr>
        </p:nvSpPr>
        <p:spPr>
          <a:xfrm>
            <a:off x="2435364" y="2341493"/>
            <a:ext cx="1275677" cy="6017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2" name="Google Shape;322;p42"/>
          <p:cNvSpPr txBox="1"/>
          <p:nvPr>
            <p:ph idx="6" type="body"/>
          </p:nvPr>
        </p:nvSpPr>
        <p:spPr>
          <a:xfrm>
            <a:off x="4024580" y="2341493"/>
            <a:ext cx="1275677" cy="6017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3" name="Google Shape;323;p42"/>
          <p:cNvSpPr txBox="1"/>
          <p:nvPr>
            <p:ph idx="7" type="body"/>
          </p:nvPr>
        </p:nvSpPr>
        <p:spPr>
          <a:xfrm>
            <a:off x="5857740" y="1728200"/>
            <a:ext cx="2442221" cy="5099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C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4" name="Google Shape;324;p42"/>
          <p:cNvSpPr txBox="1"/>
          <p:nvPr>
            <p:ph idx="8" type="body"/>
          </p:nvPr>
        </p:nvSpPr>
        <p:spPr>
          <a:xfrm>
            <a:off x="5857740" y="2401531"/>
            <a:ext cx="2442221" cy="14869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5" name="Google Shape;325;p42"/>
          <p:cNvSpPr/>
          <p:nvPr>
            <p:ph idx="9" type="pic"/>
          </p:nvPr>
        </p:nvSpPr>
        <p:spPr>
          <a:xfrm>
            <a:off x="1109854" y="3099925"/>
            <a:ext cx="726163" cy="726118"/>
          </a:xfrm>
          <a:prstGeom prst="ellipse">
            <a:avLst/>
          </a:prstGeom>
          <a:noFill/>
          <a:ln>
            <a:noFill/>
          </a:ln>
        </p:spPr>
      </p:sp>
      <p:sp>
        <p:nvSpPr>
          <p:cNvPr id="326" name="Google Shape;326;p42"/>
          <p:cNvSpPr/>
          <p:nvPr>
            <p:ph idx="13" type="pic"/>
          </p:nvPr>
        </p:nvSpPr>
        <p:spPr>
          <a:xfrm>
            <a:off x="2676659" y="3099925"/>
            <a:ext cx="726163" cy="726118"/>
          </a:xfrm>
          <a:prstGeom prst="ellipse">
            <a:avLst/>
          </a:prstGeom>
          <a:noFill/>
          <a:ln>
            <a:noFill/>
          </a:ln>
        </p:spPr>
      </p:sp>
      <p:sp>
        <p:nvSpPr>
          <p:cNvPr id="327" name="Google Shape;327;p42"/>
          <p:cNvSpPr/>
          <p:nvPr>
            <p:ph idx="14" type="pic"/>
          </p:nvPr>
        </p:nvSpPr>
        <p:spPr>
          <a:xfrm>
            <a:off x="4300661" y="3099925"/>
            <a:ext cx="726163" cy="726118"/>
          </a:xfrm>
          <a:prstGeom prst="ellipse">
            <a:avLst/>
          </a:prstGeom>
          <a:noFill/>
          <a:ln>
            <a:noFill/>
          </a:ln>
        </p:spPr>
      </p:sp>
      <p:sp>
        <p:nvSpPr>
          <p:cNvPr id="328" name="Google Shape;328;p42"/>
          <p:cNvSpPr txBox="1"/>
          <p:nvPr>
            <p:ph idx="15" type="body"/>
          </p:nvPr>
        </p:nvSpPr>
        <p:spPr>
          <a:xfrm>
            <a:off x="847009" y="3918956"/>
            <a:ext cx="1275676" cy="6017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9" name="Google Shape;329;p42"/>
          <p:cNvSpPr txBox="1"/>
          <p:nvPr>
            <p:ph idx="16" type="body"/>
          </p:nvPr>
        </p:nvSpPr>
        <p:spPr>
          <a:xfrm>
            <a:off x="2435364" y="3918956"/>
            <a:ext cx="1275677" cy="6017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0" name="Google Shape;330;p42"/>
          <p:cNvSpPr txBox="1"/>
          <p:nvPr>
            <p:ph idx="17" type="body"/>
          </p:nvPr>
        </p:nvSpPr>
        <p:spPr>
          <a:xfrm>
            <a:off x="4024580" y="3918956"/>
            <a:ext cx="1275677" cy="6017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1" name="Google Shape;331;p42"/>
          <p:cNvSpPr txBox="1"/>
          <p:nvPr>
            <p:ph idx="18" type="body"/>
          </p:nvPr>
        </p:nvSpPr>
        <p:spPr>
          <a:xfrm>
            <a:off x="842963" y="916564"/>
            <a:ext cx="38267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3"/>
          <p:cNvSpPr/>
          <p:nvPr>
            <p:ph idx="2" type="pic"/>
          </p:nvPr>
        </p:nvSpPr>
        <p:spPr>
          <a:xfrm>
            <a:off x="609600" y="938213"/>
            <a:ext cx="3817991" cy="2395538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43"/>
          <p:cNvSpPr txBox="1"/>
          <p:nvPr>
            <p:ph idx="1" type="body"/>
          </p:nvPr>
        </p:nvSpPr>
        <p:spPr>
          <a:xfrm>
            <a:off x="602227" y="3429745"/>
            <a:ext cx="3817991" cy="3231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5" name="Google Shape;335;p43"/>
          <p:cNvSpPr txBox="1"/>
          <p:nvPr>
            <p:ph idx="3" type="body"/>
          </p:nvPr>
        </p:nvSpPr>
        <p:spPr>
          <a:xfrm>
            <a:off x="4731007" y="3429745"/>
            <a:ext cx="3817991" cy="3231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6" name="Google Shape;336;p43"/>
          <p:cNvSpPr/>
          <p:nvPr>
            <p:ph idx="4" type="pic"/>
          </p:nvPr>
        </p:nvSpPr>
        <p:spPr>
          <a:xfrm>
            <a:off x="4731007" y="938213"/>
            <a:ext cx="3817991" cy="2395538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3"/>
          <p:cNvSpPr txBox="1"/>
          <p:nvPr>
            <p:ph idx="5" type="body"/>
          </p:nvPr>
        </p:nvSpPr>
        <p:spPr>
          <a:xfrm>
            <a:off x="602227" y="3758357"/>
            <a:ext cx="3817991" cy="3231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8" name="Google Shape;338;p43"/>
          <p:cNvSpPr txBox="1"/>
          <p:nvPr>
            <p:ph idx="6" type="body"/>
          </p:nvPr>
        </p:nvSpPr>
        <p:spPr>
          <a:xfrm>
            <a:off x="4731007" y="3758357"/>
            <a:ext cx="3817991" cy="3231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9" name="Google Shape;339;p43"/>
          <p:cNvSpPr/>
          <p:nvPr/>
        </p:nvSpPr>
        <p:spPr>
          <a:xfrm>
            <a:off x="8405967" y="4499876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3"/>
          <p:cNvSpPr txBox="1"/>
          <p:nvPr>
            <p:ph idx="12" type="sldNum"/>
          </p:nvPr>
        </p:nvSpPr>
        <p:spPr>
          <a:xfrm>
            <a:off x="8405966" y="4468960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1" name="Google Shape;341;p43"/>
          <p:cNvSpPr txBox="1"/>
          <p:nvPr>
            <p:ph idx="11" type="ftr"/>
          </p:nvPr>
        </p:nvSpPr>
        <p:spPr>
          <a:xfrm>
            <a:off x="6992888" y="4468960"/>
            <a:ext cx="15190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"/>
          <p:cNvSpPr/>
          <p:nvPr>
            <p:ph idx="2" type="pic"/>
          </p:nvPr>
        </p:nvSpPr>
        <p:spPr>
          <a:xfrm>
            <a:off x="871538" y="938213"/>
            <a:ext cx="6667500" cy="2395536"/>
          </a:xfrm>
          <a:prstGeom prst="rect">
            <a:avLst/>
          </a:prstGeom>
          <a:noFill/>
          <a:ln>
            <a:noFill/>
          </a:ln>
        </p:spPr>
      </p:sp>
      <p:sp>
        <p:nvSpPr>
          <p:cNvPr id="344" name="Google Shape;344;p44"/>
          <p:cNvSpPr txBox="1"/>
          <p:nvPr>
            <p:ph idx="1" type="body"/>
          </p:nvPr>
        </p:nvSpPr>
        <p:spPr>
          <a:xfrm>
            <a:off x="746549" y="3429745"/>
            <a:ext cx="3673669" cy="3231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C00000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5" name="Google Shape;345;p44"/>
          <p:cNvSpPr txBox="1"/>
          <p:nvPr>
            <p:ph idx="3" type="body"/>
          </p:nvPr>
        </p:nvSpPr>
        <p:spPr>
          <a:xfrm>
            <a:off x="746549" y="3758357"/>
            <a:ext cx="3673669" cy="3231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6" name="Google Shape;346;p44"/>
          <p:cNvSpPr/>
          <p:nvPr/>
        </p:nvSpPr>
        <p:spPr>
          <a:xfrm>
            <a:off x="8405967" y="4499876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4"/>
          <p:cNvSpPr txBox="1"/>
          <p:nvPr>
            <p:ph idx="12" type="sldNum"/>
          </p:nvPr>
        </p:nvSpPr>
        <p:spPr>
          <a:xfrm>
            <a:off x="8405966" y="4468960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8" name="Google Shape;348;p44"/>
          <p:cNvSpPr txBox="1"/>
          <p:nvPr>
            <p:ph idx="11" type="ftr"/>
          </p:nvPr>
        </p:nvSpPr>
        <p:spPr>
          <a:xfrm>
            <a:off x="6992888" y="4468960"/>
            <a:ext cx="15190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4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2126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/>
          <p:nvPr/>
        </p:nvSpPr>
        <p:spPr>
          <a:xfrm>
            <a:off x="272183" y="273248"/>
            <a:ext cx="8599633" cy="4597004"/>
          </a:xfrm>
          <a:prstGeom prst="roundRect">
            <a:avLst>
              <a:gd fmla="val 1853" name="adj"/>
            </a:avLst>
          </a:prstGeom>
          <a:solidFill>
            <a:schemeClr val="lt1"/>
          </a:solidFill>
          <a:ln>
            <a:noFill/>
          </a:ln>
          <a:effectLst>
            <a:outerShdw blurRad="292100" sx="102000" rotWithShape="0" algn="ctr" sy="102000">
              <a:schemeClr val="dk1">
                <a:alpha val="31764"/>
              </a:scheme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rma, Flecha&#10;&#10;Descripción generada automáticamente" id="252" name="Google Shape;252;p3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68181" y="414514"/>
            <a:ext cx="212869" cy="364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3" name="Google Shape;253;p33"/>
          <p:cNvCxnSpPr/>
          <p:nvPr/>
        </p:nvCxnSpPr>
        <p:spPr>
          <a:xfrm>
            <a:off x="842963" y="596841"/>
            <a:ext cx="7775014" cy="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5"/>
          <p:cNvSpPr/>
          <p:nvPr/>
        </p:nvSpPr>
        <p:spPr>
          <a:xfrm>
            <a:off x="8617976" y="4742763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5"/>
          <p:cNvSpPr txBox="1"/>
          <p:nvPr/>
        </p:nvSpPr>
        <p:spPr>
          <a:xfrm>
            <a:off x="8617976" y="4711847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5"/>
          <p:cNvSpPr txBox="1"/>
          <p:nvPr/>
        </p:nvSpPr>
        <p:spPr>
          <a:xfrm>
            <a:off x="6426200" y="4711847"/>
            <a:ext cx="214855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All rights reserved | Swiss Cyber Institute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57" name="Google Shape;357;p45"/>
          <p:cNvSpPr/>
          <p:nvPr/>
        </p:nvSpPr>
        <p:spPr>
          <a:xfrm>
            <a:off x="8617976" y="4742763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5"/>
          <p:cNvSpPr txBox="1"/>
          <p:nvPr/>
        </p:nvSpPr>
        <p:spPr>
          <a:xfrm>
            <a:off x="8589003" y="4711847"/>
            <a:ext cx="269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6"/>
          <p:cNvSpPr/>
          <p:nvPr/>
        </p:nvSpPr>
        <p:spPr>
          <a:xfrm>
            <a:off x="8505812" y="4528051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6"/>
          <p:cNvSpPr txBox="1"/>
          <p:nvPr/>
        </p:nvSpPr>
        <p:spPr>
          <a:xfrm>
            <a:off x="8505812" y="4497134"/>
            <a:ext cx="21201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6"/>
          <p:cNvSpPr txBox="1"/>
          <p:nvPr/>
        </p:nvSpPr>
        <p:spPr>
          <a:xfrm>
            <a:off x="6314036" y="4497134"/>
            <a:ext cx="214855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All rights reserved | Swiss Cyber Institute</a:t>
            </a:r>
            <a:endParaRPr sz="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67" name="Google Shape;367;p46"/>
          <p:cNvSpPr/>
          <p:nvPr/>
        </p:nvSpPr>
        <p:spPr>
          <a:xfrm>
            <a:off x="8505812" y="4528051"/>
            <a:ext cx="212009" cy="212009"/>
          </a:xfrm>
          <a:prstGeom prst="rect">
            <a:avLst/>
          </a:prstGeom>
          <a:solidFill>
            <a:srgbClr val="CC21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6"/>
          <p:cNvSpPr txBox="1"/>
          <p:nvPr/>
        </p:nvSpPr>
        <p:spPr>
          <a:xfrm>
            <a:off x="8476839" y="4497134"/>
            <a:ext cx="269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 Backgraund_All text styl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